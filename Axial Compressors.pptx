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38" r:id="rId4"/>
  </p:sld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7" r:id="rId23"/>
    <p:sldId id="278" r:id="rId2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CB1059-DDC1-42B4-B275-77F1269A201A}" v="213" dt="2020-09-18T05:51:11.244"/>
    <p1510:client id="{4C3DB91D-8530-44FB-B45B-5DDFC883DBF9}" v="5" dt="2020-09-18T05:44:02.445"/>
    <p1510:client id="{4DD72180-80EC-49E7-B85A-CD5035B52319}" v="255" dt="2020-09-18T03:53:47.284"/>
    <p1510:client id="{58D46A11-1956-443F-9D7E-3769FCD6E2DC}" v="6" dt="2020-09-18T05:53:33.104"/>
    <p1510:client id="{5ABEB930-B612-4411-A7E3-DDE3EC40677B}" v="306" dt="2020-09-18T04:01:03.543"/>
    <p1510:client id="{5B8A99BD-B62C-48F4-B1A3-9170CD7B9D0C}" v="16" dt="2020-09-21T06:00:44.614"/>
    <p1510:client id="{B7ABB172-65BE-415F-94BF-20F1479ECE17}" v="278" dt="2020-09-18T06:00:23.285"/>
    <p1510:client id="{BD8EC83A-AAF5-42CB-BE49-7AEF57B87796}" v="583" dt="2020-09-18T03:54:10.150"/>
    <p1510:client id="{C6C70262-6171-475C-9770-EB04709AA7C3}" v="117" dt="2020-09-18T04:08:41.505"/>
    <p1510:client id="{CE6883FA-BE49-4D9A-ABE1-10F9EDDF0D12}" v="18" dt="2020-09-21T03:57:26.09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hamesh Kumbhar" userId="S::1032181218@mitwpu.ac.in::2a58cc3b-5832-4c50-bf8a-01190f771825" providerId="AD" clId="Web-{B7ABB172-65BE-415F-94BF-20F1479ECE17}"/>
    <pc:docChg chg="modSld">
      <pc:chgData name="Prathamesh Kumbhar" userId="S::1032181218@mitwpu.ac.in::2a58cc3b-5832-4c50-bf8a-01190f771825" providerId="AD" clId="Web-{B7ABB172-65BE-415F-94BF-20F1479ECE17}" dt="2020-09-18T06:00:22.879" v="272" actId="20577"/>
      <pc:docMkLst>
        <pc:docMk/>
      </pc:docMkLst>
      <pc:sldChg chg="delSp modSp">
        <pc:chgData name="Prathamesh Kumbhar" userId="S::1032181218@mitwpu.ac.in::2a58cc3b-5832-4c50-bf8a-01190f771825" providerId="AD" clId="Web-{B7ABB172-65BE-415F-94BF-20F1479ECE17}" dt="2020-09-18T05:53:51.418" v="226"/>
        <pc:sldMkLst>
          <pc:docMk/>
          <pc:sldMk cId="0" sldId="257"/>
        </pc:sldMkLst>
        <pc:spChg chg="mod">
          <ac:chgData name="Prathamesh Kumbhar" userId="S::1032181218@mitwpu.ac.in::2a58cc3b-5832-4c50-bf8a-01190f771825" providerId="AD" clId="Web-{B7ABB172-65BE-415F-94BF-20F1479ECE17}" dt="2020-09-18T05:32:23.422" v="6" actId="20577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Prathamesh Kumbhar" userId="S::1032181218@mitwpu.ac.in::2a58cc3b-5832-4c50-bf8a-01190f771825" providerId="AD" clId="Web-{B7ABB172-65BE-415F-94BF-20F1479ECE17}" dt="2020-09-18T05:53:51.418" v="226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Prathamesh Kumbhar" userId="S::1032181218@mitwpu.ac.in::2a58cc3b-5832-4c50-bf8a-01190f771825" providerId="AD" clId="Web-{B7ABB172-65BE-415F-94BF-20F1479ECE17}" dt="2020-09-18T05:44:13.202" v="98" actId="20577"/>
        <pc:sldMkLst>
          <pc:docMk/>
          <pc:sldMk cId="0" sldId="259"/>
        </pc:sldMkLst>
        <pc:spChg chg="mod">
          <ac:chgData name="Prathamesh Kumbhar" userId="S::1032181218@mitwpu.ac.in::2a58cc3b-5832-4c50-bf8a-01190f771825" providerId="AD" clId="Web-{B7ABB172-65BE-415F-94BF-20F1479ECE17}" dt="2020-09-18T05:44:13.202" v="98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Prathamesh Kumbhar" userId="S::1032181218@mitwpu.ac.in::2a58cc3b-5832-4c50-bf8a-01190f771825" providerId="AD" clId="Web-{B7ABB172-65BE-415F-94BF-20F1479ECE17}" dt="2020-09-18T05:44:53.719" v="101" actId="20577"/>
        <pc:sldMkLst>
          <pc:docMk/>
          <pc:sldMk cId="0" sldId="260"/>
        </pc:sldMkLst>
        <pc:spChg chg="mod">
          <ac:chgData name="Prathamesh Kumbhar" userId="S::1032181218@mitwpu.ac.in::2a58cc3b-5832-4c50-bf8a-01190f771825" providerId="AD" clId="Web-{B7ABB172-65BE-415F-94BF-20F1479ECE17}" dt="2020-09-18T05:44:53.719" v="101" actId="20577"/>
          <ac:spMkLst>
            <pc:docMk/>
            <pc:sldMk cId="0" sldId="260"/>
            <ac:spMk id="5" creationId="{00000000-0000-0000-0000-000000000000}"/>
          </ac:spMkLst>
        </pc:spChg>
      </pc:sldChg>
      <pc:sldChg chg="modSp">
        <pc:chgData name="Prathamesh Kumbhar" userId="S::1032181218@mitwpu.ac.in::2a58cc3b-5832-4c50-bf8a-01190f771825" providerId="AD" clId="Web-{B7ABB172-65BE-415F-94BF-20F1479ECE17}" dt="2020-09-18T05:43:50.639" v="96" actId="20577"/>
        <pc:sldMkLst>
          <pc:docMk/>
          <pc:sldMk cId="0" sldId="261"/>
        </pc:sldMkLst>
        <pc:spChg chg="mod">
          <ac:chgData name="Prathamesh Kumbhar" userId="S::1032181218@mitwpu.ac.in::2a58cc3b-5832-4c50-bf8a-01190f771825" providerId="AD" clId="Web-{B7ABB172-65BE-415F-94BF-20F1479ECE17}" dt="2020-09-18T05:43:50.639" v="96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Prathamesh Kumbhar" userId="S::1032181218@mitwpu.ac.in::2a58cc3b-5832-4c50-bf8a-01190f771825" providerId="AD" clId="Web-{B7ABB172-65BE-415F-94BF-20F1479ECE17}" dt="2020-09-18T05:54:58.060" v="237" actId="20577"/>
        <pc:sldMkLst>
          <pc:docMk/>
          <pc:sldMk cId="0" sldId="265"/>
        </pc:sldMkLst>
        <pc:spChg chg="mod">
          <ac:chgData name="Prathamesh Kumbhar" userId="S::1032181218@mitwpu.ac.in::2a58cc3b-5832-4c50-bf8a-01190f771825" providerId="AD" clId="Web-{B7ABB172-65BE-415F-94BF-20F1479ECE17}" dt="2020-09-18T05:54:58.060" v="237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Prathamesh Kumbhar" userId="S::1032181218@mitwpu.ac.in::2a58cc3b-5832-4c50-bf8a-01190f771825" providerId="AD" clId="Web-{B7ABB172-65BE-415F-94BF-20F1479ECE17}" dt="2020-09-18T05:55:33.217" v="242" actId="1076"/>
        <pc:sldMkLst>
          <pc:docMk/>
          <pc:sldMk cId="0" sldId="266"/>
        </pc:sldMkLst>
        <pc:spChg chg="mod">
          <ac:chgData name="Prathamesh Kumbhar" userId="S::1032181218@mitwpu.ac.in::2a58cc3b-5832-4c50-bf8a-01190f771825" providerId="AD" clId="Web-{B7ABB172-65BE-415F-94BF-20F1479ECE17}" dt="2020-09-18T05:55:33.217" v="242" actId="1076"/>
          <ac:spMkLst>
            <pc:docMk/>
            <pc:sldMk cId="0" sldId="266"/>
            <ac:spMk id="3" creationId="{00000000-0000-0000-0000-000000000000}"/>
          </ac:spMkLst>
        </pc:spChg>
      </pc:sldChg>
      <pc:sldChg chg="modSp">
        <pc:chgData name="Prathamesh Kumbhar" userId="S::1032181218@mitwpu.ac.in::2a58cc3b-5832-4c50-bf8a-01190f771825" providerId="AD" clId="Web-{B7ABB172-65BE-415F-94BF-20F1479ECE17}" dt="2020-09-18T05:56:08.296" v="251" actId="20577"/>
        <pc:sldMkLst>
          <pc:docMk/>
          <pc:sldMk cId="0" sldId="267"/>
        </pc:sldMkLst>
        <pc:spChg chg="mod">
          <ac:chgData name="Prathamesh Kumbhar" userId="S::1032181218@mitwpu.ac.in::2a58cc3b-5832-4c50-bf8a-01190f771825" providerId="AD" clId="Web-{B7ABB172-65BE-415F-94BF-20F1479ECE17}" dt="2020-09-18T05:48:07.504" v="122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Prathamesh Kumbhar" userId="S::1032181218@mitwpu.ac.in::2a58cc3b-5832-4c50-bf8a-01190f771825" providerId="AD" clId="Web-{B7ABB172-65BE-415F-94BF-20F1479ECE17}" dt="2020-09-18T05:56:08.296" v="251" actId="20577"/>
          <ac:spMkLst>
            <pc:docMk/>
            <pc:sldMk cId="0" sldId="267"/>
            <ac:spMk id="3" creationId="{00000000-0000-0000-0000-000000000000}"/>
          </ac:spMkLst>
        </pc:spChg>
      </pc:sldChg>
      <pc:sldChg chg="addSp delSp modSp mod modClrScheme chgLayout">
        <pc:chgData name="Prathamesh Kumbhar" userId="S::1032181218@mitwpu.ac.in::2a58cc3b-5832-4c50-bf8a-01190f771825" providerId="AD" clId="Web-{B7ABB172-65BE-415F-94BF-20F1479ECE17}" dt="2020-09-18T05:48:16.161" v="125" actId="20577"/>
        <pc:sldMkLst>
          <pc:docMk/>
          <pc:sldMk cId="0" sldId="268"/>
        </pc:sldMkLst>
        <pc:spChg chg="mod">
          <ac:chgData name="Prathamesh Kumbhar" userId="S::1032181218@mitwpu.ac.in::2a58cc3b-5832-4c50-bf8a-01190f771825" providerId="AD" clId="Web-{B7ABB172-65BE-415F-94BF-20F1479ECE17}" dt="2020-09-18T05:48:16.161" v="125" actId="20577"/>
          <ac:spMkLst>
            <pc:docMk/>
            <pc:sldMk cId="0" sldId="268"/>
            <ac:spMk id="2" creationId="{00000000-0000-0000-0000-000000000000}"/>
          </ac:spMkLst>
        </pc:spChg>
        <pc:spChg chg="del">
          <ac:chgData name="Prathamesh Kumbhar" userId="S::1032181218@mitwpu.ac.in::2a58cc3b-5832-4c50-bf8a-01190f771825" providerId="AD" clId="Web-{B7ABB172-65BE-415F-94BF-20F1479ECE17}" dt="2020-09-18T05:45:27.423" v="103"/>
          <ac:spMkLst>
            <pc:docMk/>
            <pc:sldMk cId="0" sldId="268"/>
            <ac:spMk id="3" creationId="{00000000-0000-0000-0000-000000000000}"/>
          </ac:spMkLst>
        </pc:spChg>
        <pc:spChg chg="add del mod ord">
          <ac:chgData name="Prathamesh Kumbhar" userId="S::1032181218@mitwpu.ac.in::2a58cc3b-5832-4c50-bf8a-01190f771825" providerId="AD" clId="Web-{B7ABB172-65BE-415F-94BF-20F1479ECE17}" dt="2020-09-18T05:46:42.127" v="116"/>
          <ac:spMkLst>
            <pc:docMk/>
            <pc:sldMk cId="0" sldId="268"/>
            <ac:spMk id="9" creationId="{C07DC6E1-9C10-49B5-A9C9-2E184BBB9C9F}"/>
          </ac:spMkLst>
        </pc:spChg>
        <pc:spChg chg="add del mod ord">
          <ac:chgData name="Prathamesh Kumbhar" userId="S::1032181218@mitwpu.ac.in::2a58cc3b-5832-4c50-bf8a-01190f771825" providerId="AD" clId="Web-{B7ABB172-65BE-415F-94BF-20F1479ECE17}" dt="2020-09-18T05:46:31.408" v="114"/>
          <ac:spMkLst>
            <pc:docMk/>
            <pc:sldMk cId="0" sldId="268"/>
            <ac:spMk id="10" creationId="{2F38CD2A-321B-4695-A450-B52C214628F0}"/>
          </ac:spMkLst>
        </pc:spChg>
        <pc:grpChg chg="mod">
          <ac:chgData name="Prathamesh Kumbhar" userId="S::1032181218@mitwpu.ac.in::2a58cc3b-5832-4c50-bf8a-01190f771825" providerId="AD" clId="Web-{B7ABB172-65BE-415F-94BF-20F1479ECE17}" dt="2020-09-18T05:47:11.362" v="121" actId="1076"/>
          <ac:grpSpMkLst>
            <pc:docMk/>
            <pc:sldMk cId="0" sldId="268"/>
            <ac:grpSpMk id="4" creationId="{00000000-0000-0000-0000-000000000000}"/>
          </ac:grpSpMkLst>
        </pc:grpChg>
      </pc:sldChg>
      <pc:sldChg chg="modSp">
        <pc:chgData name="Prathamesh Kumbhar" userId="S::1032181218@mitwpu.ac.in::2a58cc3b-5832-4c50-bf8a-01190f771825" providerId="AD" clId="Web-{B7ABB172-65BE-415F-94BF-20F1479ECE17}" dt="2020-09-18T05:48:24.223" v="128" actId="20577"/>
        <pc:sldMkLst>
          <pc:docMk/>
          <pc:sldMk cId="0" sldId="269"/>
        </pc:sldMkLst>
        <pc:spChg chg="mod">
          <ac:chgData name="Prathamesh Kumbhar" userId="S::1032181218@mitwpu.ac.in::2a58cc3b-5832-4c50-bf8a-01190f771825" providerId="AD" clId="Web-{B7ABB172-65BE-415F-94BF-20F1479ECE17}" dt="2020-09-18T05:48:24.223" v="128" actId="20577"/>
          <ac:spMkLst>
            <pc:docMk/>
            <pc:sldMk cId="0" sldId="269"/>
            <ac:spMk id="2" creationId="{00000000-0000-0000-0000-000000000000}"/>
          </ac:spMkLst>
        </pc:spChg>
      </pc:sldChg>
      <pc:sldChg chg="modSp">
        <pc:chgData name="Prathamesh Kumbhar" userId="S::1032181218@mitwpu.ac.in::2a58cc3b-5832-4c50-bf8a-01190f771825" providerId="AD" clId="Web-{B7ABB172-65BE-415F-94BF-20F1479ECE17}" dt="2020-09-18T05:48:32.302" v="131" actId="20577"/>
        <pc:sldMkLst>
          <pc:docMk/>
          <pc:sldMk cId="0" sldId="270"/>
        </pc:sldMkLst>
        <pc:spChg chg="mod">
          <ac:chgData name="Prathamesh Kumbhar" userId="S::1032181218@mitwpu.ac.in::2a58cc3b-5832-4c50-bf8a-01190f771825" providerId="AD" clId="Web-{B7ABB172-65BE-415F-94BF-20F1479ECE17}" dt="2020-09-18T05:48:32.302" v="131" actId="20577"/>
          <ac:spMkLst>
            <pc:docMk/>
            <pc:sldMk cId="0" sldId="270"/>
            <ac:spMk id="2" creationId="{00000000-0000-0000-0000-000000000000}"/>
          </ac:spMkLst>
        </pc:spChg>
      </pc:sldChg>
      <pc:sldChg chg="modSp">
        <pc:chgData name="Prathamesh Kumbhar" userId="S::1032181218@mitwpu.ac.in::2a58cc3b-5832-4c50-bf8a-01190f771825" providerId="AD" clId="Web-{B7ABB172-65BE-415F-94BF-20F1479ECE17}" dt="2020-09-18T05:48:40.020" v="134" actId="20577"/>
        <pc:sldMkLst>
          <pc:docMk/>
          <pc:sldMk cId="0" sldId="271"/>
        </pc:sldMkLst>
        <pc:spChg chg="mod">
          <ac:chgData name="Prathamesh Kumbhar" userId="S::1032181218@mitwpu.ac.in::2a58cc3b-5832-4c50-bf8a-01190f771825" providerId="AD" clId="Web-{B7ABB172-65BE-415F-94BF-20F1479ECE17}" dt="2020-09-18T05:48:40.020" v="134" actId="20577"/>
          <ac:spMkLst>
            <pc:docMk/>
            <pc:sldMk cId="0" sldId="271"/>
            <ac:spMk id="2" creationId="{00000000-0000-0000-0000-000000000000}"/>
          </ac:spMkLst>
        </pc:spChg>
      </pc:sldChg>
      <pc:sldChg chg="addSp modSp">
        <pc:chgData name="Prathamesh Kumbhar" userId="S::1032181218@mitwpu.ac.in::2a58cc3b-5832-4c50-bf8a-01190f771825" providerId="AD" clId="Web-{B7ABB172-65BE-415F-94BF-20F1479ECE17}" dt="2020-09-18T05:48:45.989" v="137" actId="20577"/>
        <pc:sldMkLst>
          <pc:docMk/>
          <pc:sldMk cId="0" sldId="272"/>
        </pc:sldMkLst>
        <pc:spChg chg="mod">
          <ac:chgData name="Prathamesh Kumbhar" userId="S::1032181218@mitwpu.ac.in::2a58cc3b-5832-4c50-bf8a-01190f771825" providerId="AD" clId="Web-{B7ABB172-65BE-415F-94BF-20F1479ECE17}" dt="2020-09-18T05:36:46.068" v="30" actId="20577"/>
          <ac:spMkLst>
            <pc:docMk/>
            <pc:sldMk cId="0" sldId="272"/>
            <ac:spMk id="3" creationId="{00000000-0000-0000-0000-000000000000}"/>
          </ac:spMkLst>
        </pc:spChg>
        <pc:spChg chg="mod">
          <ac:chgData name="Prathamesh Kumbhar" userId="S::1032181218@mitwpu.ac.in::2a58cc3b-5832-4c50-bf8a-01190f771825" providerId="AD" clId="Web-{B7ABB172-65BE-415F-94BF-20F1479ECE17}" dt="2020-09-18T05:37:43.257" v="51" actId="1076"/>
          <ac:spMkLst>
            <pc:docMk/>
            <pc:sldMk cId="0" sldId="272"/>
            <ac:spMk id="5" creationId="{00000000-0000-0000-0000-000000000000}"/>
          </ac:spMkLst>
        </pc:spChg>
        <pc:spChg chg="add mod">
          <ac:chgData name="Prathamesh Kumbhar" userId="S::1032181218@mitwpu.ac.in::2a58cc3b-5832-4c50-bf8a-01190f771825" providerId="AD" clId="Web-{B7ABB172-65BE-415F-94BF-20F1479ECE17}" dt="2020-09-18T05:48:45.989" v="137" actId="20577"/>
          <ac:spMkLst>
            <pc:docMk/>
            <pc:sldMk cId="0" sldId="272"/>
            <ac:spMk id="8" creationId="{47E8B014-6BBC-4070-B0D5-281D3D2BE205}"/>
          </ac:spMkLst>
        </pc:spChg>
      </pc:sldChg>
      <pc:sldChg chg="modSp">
        <pc:chgData name="Prathamesh Kumbhar" userId="S::1032181218@mitwpu.ac.in::2a58cc3b-5832-4c50-bf8a-01190f771825" providerId="AD" clId="Web-{B7ABB172-65BE-415F-94BF-20F1479ECE17}" dt="2020-09-18T05:48:53.255" v="140" actId="20577"/>
        <pc:sldMkLst>
          <pc:docMk/>
          <pc:sldMk cId="0" sldId="273"/>
        </pc:sldMkLst>
        <pc:spChg chg="mod">
          <ac:chgData name="Prathamesh Kumbhar" userId="S::1032181218@mitwpu.ac.in::2a58cc3b-5832-4c50-bf8a-01190f771825" providerId="AD" clId="Web-{B7ABB172-65BE-415F-94BF-20F1479ECE17}" dt="2020-09-18T05:48:53.255" v="140" actId="20577"/>
          <ac:spMkLst>
            <pc:docMk/>
            <pc:sldMk cId="0" sldId="273"/>
            <ac:spMk id="2" creationId="{00000000-0000-0000-0000-000000000000}"/>
          </ac:spMkLst>
        </pc:spChg>
        <pc:grpChg chg="mod">
          <ac:chgData name="Prathamesh Kumbhar" userId="S::1032181218@mitwpu.ac.in::2a58cc3b-5832-4c50-bf8a-01190f771825" providerId="AD" clId="Web-{B7ABB172-65BE-415F-94BF-20F1479ECE17}" dt="2020-09-18T05:41:15.652" v="68" actId="1076"/>
          <ac:grpSpMkLst>
            <pc:docMk/>
            <pc:sldMk cId="0" sldId="273"/>
            <ac:grpSpMk id="4" creationId="{00000000-0000-0000-0000-000000000000}"/>
          </ac:grpSpMkLst>
        </pc:grpChg>
      </pc:sldChg>
      <pc:sldChg chg="modSp">
        <pc:chgData name="Prathamesh Kumbhar" userId="S::1032181218@mitwpu.ac.in::2a58cc3b-5832-4c50-bf8a-01190f771825" providerId="AD" clId="Web-{B7ABB172-65BE-415F-94BF-20F1479ECE17}" dt="2020-09-18T06:00:20.910" v="270" actId="20577"/>
        <pc:sldMkLst>
          <pc:docMk/>
          <pc:sldMk cId="0" sldId="274"/>
        </pc:sldMkLst>
        <pc:spChg chg="mod">
          <ac:chgData name="Prathamesh Kumbhar" userId="S::1032181218@mitwpu.ac.in::2a58cc3b-5832-4c50-bf8a-01190f771825" providerId="AD" clId="Web-{B7ABB172-65BE-415F-94BF-20F1479ECE17}" dt="2020-09-18T06:00:20.910" v="270" actId="20577"/>
          <ac:spMkLst>
            <pc:docMk/>
            <pc:sldMk cId="0" sldId="274"/>
            <ac:spMk id="3" creationId="{00000000-0000-0000-0000-000000000000}"/>
          </ac:spMkLst>
        </pc:spChg>
        <pc:grpChg chg="mod">
          <ac:chgData name="Prathamesh Kumbhar" userId="S::1032181218@mitwpu.ac.in::2a58cc3b-5832-4c50-bf8a-01190f771825" providerId="AD" clId="Web-{B7ABB172-65BE-415F-94BF-20F1479ECE17}" dt="2020-09-18T05:40:05.932" v="65" actId="14100"/>
          <ac:grpSpMkLst>
            <pc:docMk/>
            <pc:sldMk cId="0" sldId="274"/>
            <ac:grpSpMk id="4" creationId="{00000000-0000-0000-0000-000000000000}"/>
          </ac:grpSpMkLst>
        </pc:grpChg>
        <pc:grpChg chg="mod">
          <ac:chgData name="Prathamesh Kumbhar" userId="S::1032181218@mitwpu.ac.in::2a58cc3b-5832-4c50-bf8a-01190f771825" providerId="AD" clId="Web-{B7ABB172-65BE-415F-94BF-20F1479ECE17}" dt="2020-09-18T05:40:12.775" v="66" actId="14100"/>
          <ac:grpSpMkLst>
            <pc:docMk/>
            <pc:sldMk cId="0" sldId="274"/>
            <ac:grpSpMk id="8" creationId="{E096D822-37D1-4EDA-9300-1C7606BD37EE}"/>
          </ac:grpSpMkLst>
        </pc:grpChg>
      </pc:sldChg>
      <pc:sldChg chg="addSp modSp">
        <pc:chgData name="Prathamesh Kumbhar" userId="S::1032181218@mitwpu.ac.in::2a58cc3b-5832-4c50-bf8a-01190f771825" providerId="AD" clId="Web-{B7ABB172-65BE-415F-94BF-20F1479ECE17}" dt="2020-09-18T05:51:53.259" v="222" actId="1076"/>
        <pc:sldMkLst>
          <pc:docMk/>
          <pc:sldMk cId="0" sldId="276"/>
        </pc:sldMkLst>
        <pc:spChg chg="mod">
          <ac:chgData name="Prathamesh Kumbhar" userId="S::1032181218@mitwpu.ac.in::2a58cc3b-5832-4c50-bf8a-01190f771825" providerId="AD" clId="Web-{B7ABB172-65BE-415F-94BF-20F1479ECE17}" dt="2020-09-18T05:51:16.102" v="201" actId="20577"/>
          <ac:spMkLst>
            <pc:docMk/>
            <pc:sldMk cId="0" sldId="276"/>
            <ac:spMk id="2" creationId="{00000000-0000-0000-0000-000000000000}"/>
          </ac:spMkLst>
        </pc:spChg>
        <pc:spChg chg="mod">
          <ac:chgData name="Prathamesh Kumbhar" userId="S::1032181218@mitwpu.ac.in::2a58cc3b-5832-4c50-bf8a-01190f771825" providerId="AD" clId="Web-{B7ABB172-65BE-415F-94BF-20F1479ECE17}" dt="2020-09-18T05:41:32.980" v="71" actId="1076"/>
          <ac:spMkLst>
            <pc:docMk/>
            <pc:sldMk cId="0" sldId="276"/>
            <ac:spMk id="3" creationId="{00000000-0000-0000-0000-000000000000}"/>
          </ac:spMkLst>
        </pc:spChg>
        <pc:spChg chg="add mod">
          <ac:chgData name="Prathamesh Kumbhar" userId="S::1032181218@mitwpu.ac.in::2a58cc3b-5832-4c50-bf8a-01190f771825" providerId="AD" clId="Web-{B7ABB172-65BE-415F-94BF-20F1479ECE17}" dt="2020-09-18T05:51:53.259" v="222" actId="1076"/>
          <ac:spMkLst>
            <pc:docMk/>
            <pc:sldMk cId="0" sldId="276"/>
            <ac:spMk id="5" creationId="{A76EF07C-0317-4614-B214-8C02FB03D8A6}"/>
          </ac:spMkLst>
        </pc:spChg>
      </pc:sldChg>
      <pc:sldChg chg="modSp">
        <pc:chgData name="Prathamesh Kumbhar" userId="S::1032181218@mitwpu.ac.in::2a58cc3b-5832-4c50-bf8a-01190f771825" providerId="AD" clId="Web-{B7ABB172-65BE-415F-94BF-20F1479ECE17}" dt="2020-09-18T05:49:22.178" v="153" actId="20577"/>
        <pc:sldMkLst>
          <pc:docMk/>
          <pc:sldMk cId="0" sldId="277"/>
        </pc:sldMkLst>
        <pc:spChg chg="mod">
          <ac:chgData name="Prathamesh Kumbhar" userId="S::1032181218@mitwpu.ac.in::2a58cc3b-5832-4c50-bf8a-01190f771825" providerId="AD" clId="Web-{B7ABB172-65BE-415F-94BF-20F1479ECE17}" dt="2020-09-18T05:49:22.178" v="153" actId="20577"/>
          <ac:spMkLst>
            <pc:docMk/>
            <pc:sldMk cId="0" sldId="277"/>
            <ac:spMk id="2" creationId="{00000000-0000-0000-0000-000000000000}"/>
          </ac:spMkLst>
        </pc:spChg>
      </pc:sldChg>
      <pc:sldChg chg="modSp">
        <pc:chgData name="Prathamesh Kumbhar" userId="S::1032181218@mitwpu.ac.in::2a58cc3b-5832-4c50-bf8a-01190f771825" providerId="AD" clId="Web-{B7ABB172-65BE-415F-94BF-20F1479ECE17}" dt="2020-09-18T05:42:22.825" v="78" actId="1076"/>
        <pc:sldMkLst>
          <pc:docMk/>
          <pc:sldMk cId="0" sldId="278"/>
        </pc:sldMkLst>
        <pc:spChg chg="mod">
          <ac:chgData name="Prathamesh Kumbhar" userId="S::1032181218@mitwpu.ac.in::2a58cc3b-5832-4c50-bf8a-01190f771825" providerId="AD" clId="Web-{B7ABB172-65BE-415F-94BF-20F1479ECE17}" dt="2020-09-18T05:42:22.825" v="78" actId="1076"/>
          <ac:spMkLst>
            <pc:docMk/>
            <pc:sldMk cId="0" sldId="278"/>
            <ac:spMk id="3" creationId="{00000000-0000-0000-0000-000000000000}"/>
          </ac:spMkLst>
        </pc:spChg>
      </pc:sldChg>
    </pc:docChg>
  </pc:docChgLst>
  <pc:docChgLst>
    <pc:chgData name="Prathamesh Kumbhar" userId="S::1032181218@mitwpu.ac.in::2a58cc3b-5832-4c50-bf8a-01190f771825" providerId="AD" clId="Web-{5B8A99BD-B62C-48F4-B1A3-9170CD7B9D0C}"/>
    <pc:docChg chg="modSld">
      <pc:chgData name="Prathamesh Kumbhar" userId="S::1032181218@mitwpu.ac.in::2a58cc3b-5832-4c50-bf8a-01190f771825" providerId="AD" clId="Web-{5B8A99BD-B62C-48F4-B1A3-9170CD7B9D0C}" dt="2020-09-21T06:00:44.614" v="14" actId="14100"/>
      <pc:docMkLst>
        <pc:docMk/>
      </pc:docMkLst>
      <pc:sldChg chg="modSp">
        <pc:chgData name="Prathamesh Kumbhar" userId="S::1032181218@mitwpu.ac.in::2a58cc3b-5832-4c50-bf8a-01190f771825" providerId="AD" clId="Web-{5B8A99BD-B62C-48F4-B1A3-9170CD7B9D0C}" dt="2020-09-21T05:51:01.566" v="0" actId="20577"/>
        <pc:sldMkLst>
          <pc:docMk/>
          <pc:sldMk cId="0" sldId="268"/>
        </pc:sldMkLst>
        <pc:spChg chg="mod">
          <ac:chgData name="Prathamesh Kumbhar" userId="S::1032181218@mitwpu.ac.in::2a58cc3b-5832-4c50-bf8a-01190f771825" providerId="AD" clId="Web-{5B8A99BD-B62C-48F4-B1A3-9170CD7B9D0C}" dt="2020-09-21T05:51:01.566" v="0" actId="20577"/>
          <ac:spMkLst>
            <pc:docMk/>
            <pc:sldMk cId="0" sldId="268"/>
            <ac:spMk id="11" creationId="{6566C2FC-7A21-484C-9066-8CF7887F9485}"/>
          </ac:spMkLst>
        </pc:spChg>
      </pc:sldChg>
      <pc:sldChg chg="addSp modSp">
        <pc:chgData name="Prathamesh Kumbhar" userId="S::1032181218@mitwpu.ac.in::2a58cc3b-5832-4c50-bf8a-01190f771825" providerId="AD" clId="Web-{5B8A99BD-B62C-48F4-B1A3-9170CD7B9D0C}" dt="2020-09-21T06:00:16.832" v="8" actId="14100"/>
        <pc:sldMkLst>
          <pc:docMk/>
          <pc:sldMk cId="0" sldId="270"/>
        </pc:sldMkLst>
        <pc:spChg chg="mod">
          <ac:chgData name="Prathamesh Kumbhar" userId="S::1032181218@mitwpu.ac.in::2a58cc3b-5832-4c50-bf8a-01190f771825" providerId="AD" clId="Web-{5B8A99BD-B62C-48F4-B1A3-9170CD7B9D0C}" dt="2020-09-21T06:00:05.816" v="6" actId="1076"/>
          <ac:spMkLst>
            <pc:docMk/>
            <pc:sldMk cId="0" sldId="270"/>
            <ac:spMk id="3" creationId="{00000000-0000-0000-0000-000000000000}"/>
          </ac:spMkLst>
        </pc:spChg>
        <pc:spChg chg="add mod">
          <ac:chgData name="Prathamesh Kumbhar" userId="S::1032181218@mitwpu.ac.in::2a58cc3b-5832-4c50-bf8a-01190f771825" providerId="AD" clId="Web-{5B8A99BD-B62C-48F4-B1A3-9170CD7B9D0C}" dt="2020-09-21T06:00:16.832" v="8" actId="14100"/>
          <ac:spMkLst>
            <pc:docMk/>
            <pc:sldMk cId="0" sldId="270"/>
            <ac:spMk id="6" creationId="{DA67E579-C1F2-46C0-ABA7-2A1018993F02}"/>
          </ac:spMkLst>
        </pc:spChg>
      </pc:sldChg>
      <pc:sldChg chg="addSp modSp">
        <pc:chgData name="Prathamesh Kumbhar" userId="S::1032181218@mitwpu.ac.in::2a58cc3b-5832-4c50-bf8a-01190f771825" providerId="AD" clId="Web-{5B8A99BD-B62C-48F4-B1A3-9170CD7B9D0C}" dt="2020-09-21T06:00:44.614" v="14" actId="14100"/>
        <pc:sldMkLst>
          <pc:docMk/>
          <pc:sldMk cId="0" sldId="271"/>
        </pc:sldMkLst>
        <pc:spChg chg="mod">
          <ac:chgData name="Prathamesh Kumbhar" userId="S::1032181218@mitwpu.ac.in::2a58cc3b-5832-4c50-bf8a-01190f771825" providerId="AD" clId="Web-{5B8A99BD-B62C-48F4-B1A3-9170CD7B9D0C}" dt="2020-09-21T06:00:30.286" v="9" actId="1076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Prathamesh Kumbhar" userId="S::1032181218@mitwpu.ac.in::2a58cc3b-5832-4c50-bf8a-01190f771825" providerId="AD" clId="Web-{5B8A99BD-B62C-48F4-B1A3-9170CD7B9D0C}" dt="2020-09-21T06:00:44.614" v="14" actId="14100"/>
          <ac:spMkLst>
            <pc:docMk/>
            <pc:sldMk cId="0" sldId="271"/>
            <ac:spMk id="6" creationId="{12285A9A-18D4-48BE-B164-DE1FD2140E26}"/>
          </ac:spMkLst>
        </pc:spChg>
      </pc:sldChg>
    </pc:docChg>
  </pc:docChgLst>
  <pc:docChgLst>
    <pc:chgData name="Shaunak Kolhe" userId="S::1032180373@mitwpu.ac.in::bbca1b3f-000a-42a0-9331-c4806f20d8b1" providerId="AD" clId="Web-{4DD72180-80EC-49E7-B85A-CD5035B52319}"/>
    <pc:docChg chg="modSld">
      <pc:chgData name="Shaunak Kolhe" userId="S::1032180373@mitwpu.ac.in::bbca1b3f-000a-42a0-9331-c4806f20d8b1" providerId="AD" clId="Web-{4DD72180-80EC-49E7-B85A-CD5035B52319}" dt="2020-09-18T03:53:47.284" v="243" actId="20577"/>
      <pc:docMkLst>
        <pc:docMk/>
      </pc:docMkLst>
      <pc:sldChg chg="modSp">
        <pc:chgData name="Shaunak Kolhe" userId="S::1032180373@mitwpu.ac.in::bbca1b3f-000a-42a0-9331-c4806f20d8b1" providerId="AD" clId="Web-{4DD72180-80EC-49E7-B85A-CD5035B52319}" dt="2020-09-18T03:46:30.446" v="222" actId="20577"/>
        <pc:sldMkLst>
          <pc:docMk/>
          <pc:sldMk cId="0" sldId="257"/>
        </pc:sldMkLst>
        <pc:spChg chg="mod">
          <ac:chgData name="Shaunak Kolhe" userId="S::1032180373@mitwpu.ac.in::bbca1b3f-000a-42a0-9331-c4806f20d8b1" providerId="AD" clId="Web-{4DD72180-80EC-49E7-B85A-CD5035B52319}" dt="2020-09-18T03:46:30.446" v="222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Shaunak Kolhe" userId="S::1032180373@mitwpu.ac.in::bbca1b3f-000a-42a0-9331-c4806f20d8b1" providerId="AD" clId="Web-{4DD72180-80EC-49E7-B85A-CD5035B52319}" dt="2020-09-18T03:45:27.116" v="199" actId="20577"/>
          <ac:spMkLst>
            <pc:docMk/>
            <pc:sldMk cId="0" sldId="257"/>
            <ac:spMk id="4" creationId="{5FAD7C5D-9721-4BB9-A158-AFE923BDB523}"/>
          </ac:spMkLst>
        </pc:spChg>
      </pc:sldChg>
      <pc:sldChg chg="modSp">
        <pc:chgData name="Shaunak Kolhe" userId="S::1032180373@mitwpu.ac.in::bbca1b3f-000a-42a0-9331-c4806f20d8b1" providerId="AD" clId="Web-{4DD72180-80EC-49E7-B85A-CD5035B52319}" dt="2020-09-18T03:39:36.828" v="151" actId="20577"/>
        <pc:sldMkLst>
          <pc:docMk/>
          <pc:sldMk cId="0" sldId="259"/>
        </pc:sldMkLst>
        <pc:spChg chg="mod">
          <ac:chgData name="Shaunak Kolhe" userId="S::1032180373@mitwpu.ac.in::bbca1b3f-000a-42a0-9331-c4806f20d8b1" providerId="AD" clId="Web-{4DD72180-80EC-49E7-B85A-CD5035B52319}" dt="2020-09-18T03:39:36.828" v="151" actId="20577"/>
          <ac:spMkLst>
            <pc:docMk/>
            <pc:sldMk cId="0" sldId="259"/>
            <ac:spMk id="2" creationId="{00000000-0000-0000-0000-000000000000}"/>
          </ac:spMkLst>
        </pc:spChg>
      </pc:sldChg>
      <pc:sldChg chg="addSp delSp modSp">
        <pc:chgData name="Shaunak Kolhe" userId="S::1032180373@mitwpu.ac.in::bbca1b3f-000a-42a0-9331-c4806f20d8b1" providerId="AD" clId="Web-{4DD72180-80EC-49E7-B85A-CD5035B52319}" dt="2020-09-18T03:39:43.734" v="156" actId="20577"/>
        <pc:sldMkLst>
          <pc:docMk/>
          <pc:sldMk cId="0" sldId="260"/>
        </pc:sldMkLst>
        <pc:spChg chg="add del mod">
          <ac:chgData name="Shaunak Kolhe" userId="S::1032180373@mitwpu.ac.in::bbca1b3f-000a-42a0-9331-c4806f20d8b1" providerId="AD" clId="Web-{4DD72180-80EC-49E7-B85A-CD5035B52319}" dt="2020-09-18T03:39:43.734" v="156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Shaunak Kolhe" userId="S::1032180373@mitwpu.ac.in::bbca1b3f-000a-42a0-9331-c4806f20d8b1" providerId="AD" clId="Web-{4DD72180-80EC-49E7-B85A-CD5035B52319}" dt="2020-09-18T03:38:10.185" v="139" actId="20577"/>
          <ac:spMkLst>
            <pc:docMk/>
            <pc:sldMk cId="0" sldId="260"/>
            <ac:spMk id="5" creationId="{00000000-0000-0000-0000-000000000000}"/>
          </ac:spMkLst>
        </pc:spChg>
        <pc:spChg chg="add del mod">
          <ac:chgData name="Shaunak Kolhe" userId="S::1032180373@mitwpu.ac.in::bbca1b3f-000a-42a0-9331-c4806f20d8b1" providerId="AD" clId="Web-{4DD72180-80EC-49E7-B85A-CD5035B52319}" dt="2020-09-18T03:30:28.769" v="8"/>
          <ac:spMkLst>
            <pc:docMk/>
            <pc:sldMk cId="0" sldId="260"/>
            <ac:spMk id="8" creationId="{0479519D-54E2-4361-ABDC-8ABAEE26350C}"/>
          </ac:spMkLst>
        </pc:spChg>
      </pc:sldChg>
      <pc:sldChg chg="modSp">
        <pc:chgData name="Shaunak Kolhe" userId="S::1032180373@mitwpu.ac.in::bbca1b3f-000a-42a0-9331-c4806f20d8b1" providerId="AD" clId="Web-{4DD72180-80EC-49E7-B85A-CD5035B52319}" dt="2020-09-18T03:39:48.015" v="158" actId="20577"/>
        <pc:sldMkLst>
          <pc:docMk/>
          <pc:sldMk cId="0" sldId="261"/>
        </pc:sldMkLst>
        <pc:spChg chg="mod">
          <ac:chgData name="Shaunak Kolhe" userId="S::1032180373@mitwpu.ac.in::bbca1b3f-000a-42a0-9331-c4806f20d8b1" providerId="AD" clId="Web-{4DD72180-80EC-49E7-B85A-CD5035B52319}" dt="2020-09-18T03:39:48.015" v="158" actId="20577"/>
          <ac:spMkLst>
            <pc:docMk/>
            <pc:sldMk cId="0" sldId="261"/>
            <ac:spMk id="2" creationId="{00000000-0000-0000-0000-000000000000}"/>
          </ac:spMkLst>
        </pc:spChg>
      </pc:sldChg>
      <pc:sldChg chg="addSp delSp modSp">
        <pc:chgData name="Shaunak Kolhe" userId="S::1032180373@mitwpu.ac.in::bbca1b3f-000a-42a0-9331-c4806f20d8b1" providerId="AD" clId="Web-{4DD72180-80EC-49E7-B85A-CD5035B52319}" dt="2020-09-18T03:39:48.140" v="162" actId="20577"/>
        <pc:sldMkLst>
          <pc:docMk/>
          <pc:sldMk cId="0" sldId="262"/>
        </pc:sldMkLst>
        <pc:spChg chg="add del mod">
          <ac:chgData name="Shaunak Kolhe" userId="S::1032180373@mitwpu.ac.in::bbca1b3f-000a-42a0-9331-c4806f20d8b1" providerId="AD" clId="Web-{4DD72180-80EC-49E7-B85A-CD5035B52319}" dt="2020-09-18T03:39:48.140" v="162" actId="20577"/>
          <ac:spMkLst>
            <pc:docMk/>
            <pc:sldMk cId="0" sldId="262"/>
            <ac:spMk id="2" creationId="{00000000-0000-0000-0000-000000000000}"/>
          </ac:spMkLst>
        </pc:spChg>
        <pc:spChg chg="add del mod">
          <ac:chgData name="Shaunak Kolhe" userId="S::1032180373@mitwpu.ac.in::bbca1b3f-000a-42a0-9331-c4806f20d8b1" providerId="AD" clId="Web-{4DD72180-80EC-49E7-B85A-CD5035B52319}" dt="2020-09-18T03:30:53.988" v="19"/>
          <ac:spMkLst>
            <pc:docMk/>
            <pc:sldMk cId="0" sldId="262"/>
            <ac:spMk id="8" creationId="{2129524B-8AC3-4185-BD80-0B426033CCD3}"/>
          </ac:spMkLst>
        </pc:spChg>
      </pc:sldChg>
      <pc:sldChg chg="modSp">
        <pc:chgData name="Shaunak Kolhe" userId="S::1032180373@mitwpu.ac.in::bbca1b3f-000a-42a0-9331-c4806f20d8b1" providerId="AD" clId="Web-{4DD72180-80EC-49E7-B85A-CD5035B52319}" dt="2020-09-18T03:39:51.562" v="164" actId="20577"/>
        <pc:sldMkLst>
          <pc:docMk/>
          <pc:sldMk cId="0" sldId="263"/>
        </pc:sldMkLst>
        <pc:spChg chg="mod">
          <ac:chgData name="Shaunak Kolhe" userId="S::1032180373@mitwpu.ac.in::bbca1b3f-000a-42a0-9331-c4806f20d8b1" providerId="AD" clId="Web-{4DD72180-80EC-49E7-B85A-CD5035B52319}" dt="2020-09-18T03:39:51.562" v="164" actId="20577"/>
          <ac:spMkLst>
            <pc:docMk/>
            <pc:sldMk cId="0" sldId="263"/>
            <ac:spMk id="2" creationId="{00000000-0000-0000-0000-000000000000}"/>
          </ac:spMkLst>
        </pc:spChg>
      </pc:sldChg>
      <pc:sldChg chg="modSp">
        <pc:chgData name="Shaunak Kolhe" userId="S::1032180373@mitwpu.ac.in::bbca1b3f-000a-42a0-9331-c4806f20d8b1" providerId="AD" clId="Web-{4DD72180-80EC-49E7-B85A-CD5035B52319}" dt="2020-09-18T03:39:55.656" v="168" actId="20577"/>
        <pc:sldMkLst>
          <pc:docMk/>
          <pc:sldMk cId="0" sldId="264"/>
        </pc:sldMkLst>
        <pc:spChg chg="mod">
          <ac:chgData name="Shaunak Kolhe" userId="S::1032180373@mitwpu.ac.in::bbca1b3f-000a-42a0-9331-c4806f20d8b1" providerId="AD" clId="Web-{4DD72180-80EC-49E7-B85A-CD5035B52319}" dt="2020-09-18T03:39:55.656" v="168" actId="20577"/>
          <ac:spMkLst>
            <pc:docMk/>
            <pc:sldMk cId="0" sldId="264"/>
            <ac:spMk id="2" creationId="{00000000-0000-0000-0000-000000000000}"/>
          </ac:spMkLst>
        </pc:spChg>
      </pc:sldChg>
      <pc:sldChg chg="modSp">
        <pc:chgData name="Shaunak Kolhe" userId="S::1032180373@mitwpu.ac.in::bbca1b3f-000a-42a0-9331-c4806f20d8b1" providerId="AD" clId="Web-{4DD72180-80EC-49E7-B85A-CD5035B52319}" dt="2020-09-18T03:40:01.719" v="171" actId="20577"/>
        <pc:sldMkLst>
          <pc:docMk/>
          <pc:sldMk cId="0" sldId="265"/>
        </pc:sldMkLst>
        <pc:spChg chg="mod">
          <ac:chgData name="Shaunak Kolhe" userId="S::1032180373@mitwpu.ac.in::bbca1b3f-000a-42a0-9331-c4806f20d8b1" providerId="AD" clId="Web-{4DD72180-80EC-49E7-B85A-CD5035B52319}" dt="2020-09-18T03:40:01.719" v="171" actId="20577"/>
          <ac:spMkLst>
            <pc:docMk/>
            <pc:sldMk cId="0" sldId="265"/>
            <ac:spMk id="2" creationId="{00000000-0000-0000-0000-000000000000}"/>
          </ac:spMkLst>
        </pc:spChg>
      </pc:sldChg>
      <pc:sldChg chg="modSp">
        <pc:chgData name="Shaunak Kolhe" userId="S::1032180373@mitwpu.ac.in::bbca1b3f-000a-42a0-9331-c4806f20d8b1" providerId="AD" clId="Web-{4DD72180-80EC-49E7-B85A-CD5035B52319}" dt="2020-09-18T03:52:30.157" v="231" actId="20577"/>
        <pc:sldMkLst>
          <pc:docMk/>
          <pc:sldMk cId="0" sldId="266"/>
        </pc:sldMkLst>
        <pc:spChg chg="mod">
          <ac:chgData name="Shaunak Kolhe" userId="S::1032180373@mitwpu.ac.in::bbca1b3f-000a-42a0-9331-c4806f20d8b1" providerId="AD" clId="Web-{4DD72180-80EC-49E7-B85A-CD5035B52319}" dt="2020-09-18T03:43:20.676" v="197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Shaunak Kolhe" userId="S::1032180373@mitwpu.ac.in::bbca1b3f-000a-42a0-9331-c4806f20d8b1" providerId="AD" clId="Web-{4DD72180-80EC-49E7-B85A-CD5035B52319}" dt="2020-09-18T03:52:30.157" v="231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">
        <pc:chgData name="Shaunak Kolhe" userId="S::1032180373@mitwpu.ac.in::bbca1b3f-000a-42a0-9331-c4806f20d8b1" providerId="AD" clId="Web-{4DD72180-80EC-49E7-B85A-CD5035B52319}" dt="2020-09-18T03:42:56.332" v="178" actId="20577"/>
        <pc:sldMkLst>
          <pc:docMk/>
          <pc:sldMk cId="0" sldId="267"/>
        </pc:sldMkLst>
        <pc:spChg chg="mod">
          <ac:chgData name="Shaunak Kolhe" userId="S::1032180373@mitwpu.ac.in::bbca1b3f-000a-42a0-9331-c4806f20d8b1" providerId="AD" clId="Web-{4DD72180-80EC-49E7-B85A-CD5035B52319}" dt="2020-09-18T03:42:56.332" v="178" actId="20577"/>
          <ac:spMkLst>
            <pc:docMk/>
            <pc:sldMk cId="0" sldId="267"/>
            <ac:spMk id="2" creationId="{00000000-0000-0000-0000-000000000000}"/>
          </ac:spMkLst>
        </pc:spChg>
      </pc:sldChg>
      <pc:sldChg chg="modSp">
        <pc:chgData name="Shaunak Kolhe" userId="S::1032180373@mitwpu.ac.in::bbca1b3f-000a-42a0-9331-c4806f20d8b1" providerId="AD" clId="Web-{4DD72180-80EC-49E7-B85A-CD5035B52319}" dt="2020-09-18T03:31:30.895" v="63" actId="20577"/>
        <pc:sldMkLst>
          <pc:docMk/>
          <pc:sldMk cId="0" sldId="268"/>
        </pc:sldMkLst>
        <pc:spChg chg="mod">
          <ac:chgData name="Shaunak Kolhe" userId="S::1032180373@mitwpu.ac.in::bbca1b3f-000a-42a0-9331-c4806f20d8b1" providerId="AD" clId="Web-{4DD72180-80EC-49E7-B85A-CD5035B52319}" dt="2020-09-18T03:31:30.895" v="63" actId="20577"/>
          <ac:spMkLst>
            <pc:docMk/>
            <pc:sldMk cId="0" sldId="268"/>
            <ac:spMk id="2" creationId="{00000000-0000-0000-0000-000000000000}"/>
          </ac:spMkLst>
        </pc:spChg>
      </pc:sldChg>
      <pc:sldChg chg="modSp">
        <pc:chgData name="Shaunak Kolhe" userId="S::1032180373@mitwpu.ac.in::bbca1b3f-000a-42a0-9331-c4806f20d8b1" providerId="AD" clId="Web-{4DD72180-80EC-49E7-B85A-CD5035B52319}" dt="2020-09-18T03:53:47.284" v="243" actId="20577"/>
        <pc:sldMkLst>
          <pc:docMk/>
          <pc:sldMk cId="0" sldId="270"/>
        </pc:sldMkLst>
        <pc:spChg chg="mod">
          <ac:chgData name="Shaunak Kolhe" userId="S::1032180373@mitwpu.ac.in::bbca1b3f-000a-42a0-9331-c4806f20d8b1" providerId="AD" clId="Web-{4DD72180-80EC-49E7-B85A-CD5035B52319}" dt="2020-09-18T03:53:47.284" v="243" actId="20577"/>
          <ac:spMkLst>
            <pc:docMk/>
            <pc:sldMk cId="0" sldId="270"/>
            <ac:spMk id="2" creationId="{00000000-0000-0000-0000-000000000000}"/>
          </ac:spMkLst>
        </pc:spChg>
      </pc:sldChg>
      <pc:sldChg chg="modSp">
        <pc:chgData name="Shaunak Kolhe" userId="S::1032180373@mitwpu.ac.in::bbca1b3f-000a-42a0-9331-c4806f20d8b1" providerId="AD" clId="Web-{4DD72180-80EC-49E7-B85A-CD5035B52319}" dt="2020-09-18T03:53:42.455" v="240" actId="20577"/>
        <pc:sldMkLst>
          <pc:docMk/>
          <pc:sldMk cId="0" sldId="271"/>
        </pc:sldMkLst>
        <pc:spChg chg="mod">
          <ac:chgData name="Shaunak Kolhe" userId="S::1032180373@mitwpu.ac.in::bbca1b3f-000a-42a0-9331-c4806f20d8b1" providerId="AD" clId="Web-{4DD72180-80EC-49E7-B85A-CD5035B52319}" dt="2020-09-18T03:53:42.455" v="240" actId="20577"/>
          <ac:spMkLst>
            <pc:docMk/>
            <pc:sldMk cId="0" sldId="271"/>
            <ac:spMk id="2" creationId="{00000000-0000-0000-0000-000000000000}"/>
          </ac:spMkLst>
        </pc:spChg>
      </pc:sldChg>
      <pc:sldChg chg="modSp">
        <pc:chgData name="Shaunak Kolhe" userId="S::1032180373@mitwpu.ac.in::bbca1b3f-000a-42a0-9331-c4806f20d8b1" providerId="AD" clId="Web-{4DD72180-80EC-49E7-B85A-CD5035B52319}" dt="2020-09-18T03:53:37.502" v="237" actId="20577"/>
        <pc:sldMkLst>
          <pc:docMk/>
          <pc:sldMk cId="0" sldId="272"/>
        </pc:sldMkLst>
        <pc:spChg chg="mod">
          <ac:chgData name="Shaunak Kolhe" userId="S::1032180373@mitwpu.ac.in::bbca1b3f-000a-42a0-9331-c4806f20d8b1" providerId="AD" clId="Web-{4DD72180-80EC-49E7-B85A-CD5035B52319}" dt="2020-09-18T03:53:37.502" v="237" actId="20577"/>
          <ac:spMkLst>
            <pc:docMk/>
            <pc:sldMk cId="0" sldId="272"/>
            <ac:spMk id="2" creationId="{00000000-0000-0000-0000-000000000000}"/>
          </ac:spMkLst>
        </pc:spChg>
      </pc:sldChg>
      <pc:sldChg chg="modSp">
        <pc:chgData name="Shaunak Kolhe" userId="S::1032180373@mitwpu.ac.in::bbca1b3f-000a-42a0-9331-c4806f20d8b1" providerId="AD" clId="Web-{4DD72180-80EC-49E7-B85A-CD5035B52319}" dt="2020-09-18T03:53:30.002" v="234" actId="20577"/>
        <pc:sldMkLst>
          <pc:docMk/>
          <pc:sldMk cId="0" sldId="273"/>
        </pc:sldMkLst>
        <pc:spChg chg="mod">
          <ac:chgData name="Shaunak Kolhe" userId="S::1032180373@mitwpu.ac.in::bbca1b3f-000a-42a0-9331-c4806f20d8b1" providerId="AD" clId="Web-{4DD72180-80EC-49E7-B85A-CD5035B52319}" dt="2020-09-18T03:53:30.002" v="234" actId="20577"/>
          <ac:spMkLst>
            <pc:docMk/>
            <pc:sldMk cId="0" sldId="273"/>
            <ac:spMk id="2" creationId="{00000000-0000-0000-0000-000000000000}"/>
          </ac:spMkLst>
        </pc:spChg>
        <pc:spChg chg="mod">
          <ac:chgData name="Shaunak Kolhe" userId="S::1032180373@mitwpu.ac.in::bbca1b3f-000a-42a0-9331-c4806f20d8b1" providerId="AD" clId="Web-{4DD72180-80EC-49E7-B85A-CD5035B52319}" dt="2020-09-18T03:39:04.717" v="143" actId="14100"/>
          <ac:spMkLst>
            <pc:docMk/>
            <pc:sldMk cId="0" sldId="273"/>
            <ac:spMk id="3" creationId="{00000000-0000-0000-0000-000000000000}"/>
          </ac:spMkLst>
        </pc:spChg>
        <pc:grpChg chg="mod">
          <ac:chgData name="Shaunak Kolhe" userId="S::1032180373@mitwpu.ac.in::bbca1b3f-000a-42a0-9331-c4806f20d8b1" providerId="AD" clId="Web-{4DD72180-80EC-49E7-B85A-CD5035B52319}" dt="2020-09-18T03:39:09.264" v="144" actId="1076"/>
          <ac:grpSpMkLst>
            <pc:docMk/>
            <pc:sldMk cId="0" sldId="273"/>
            <ac:grpSpMk id="4" creationId="{00000000-0000-0000-0000-000000000000}"/>
          </ac:grpSpMkLst>
        </pc:grpChg>
      </pc:sldChg>
      <pc:sldChg chg="modSp">
        <pc:chgData name="Shaunak Kolhe" userId="S::1032180373@mitwpu.ac.in::bbca1b3f-000a-42a0-9331-c4806f20d8b1" providerId="AD" clId="Web-{4DD72180-80EC-49E7-B85A-CD5035B52319}" dt="2020-09-18T03:39:30.781" v="148" actId="20577"/>
        <pc:sldMkLst>
          <pc:docMk/>
          <pc:sldMk cId="0" sldId="274"/>
        </pc:sldMkLst>
        <pc:spChg chg="mod">
          <ac:chgData name="Shaunak Kolhe" userId="S::1032180373@mitwpu.ac.in::bbca1b3f-000a-42a0-9331-c4806f20d8b1" providerId="AD" clId="Web-{4DD72180-80EC-49E7-B85A-CD5035B52319}" dt="2020-09-18T03:39:30.781" v="148" actId="20577"/>
          <ac:spMkLst>
            <pc:docMk/>
            <pc:sldMk cId="0" sldId="274"/>
            <ac:spMk id="2" creationId="{00000000-0000-0000-0000-000000000000}"/>
          </ac:spMkLst>
        </pc:spChg>
        <pc:spChg chg="mod">
          <ac:chgData name="Shaunak Kolhe" userId="S::1032180373@mitwpu.ac.in::bbca1b3f-000a-42a0-9331-c4806f20d8b1" providerId="AD" clId="Web-{4DD72180-80EC-49E7-B85A-CD5035B52319}" dt="2020-09-18T03:39:26.140" v="147" actId="14100"/>
          <ac:spMkLst>
            <pc:docMk/>
            <pc:sldMk cId="0" sldId="274"/>
            <ac:spMk id="3" creationId="{00000000-0000-0000-0000-000000000000}"/>
          </ac:spMkLst>
        </pc:spChg>
      </pc:sldChg>
      <pc:sldChg chg="modSp">
        <pc:chgData name="Shaunak Kolhe" userId="S::1032180373@mitwpu.ac.in::bbca1b3f-000a-42a0-9331-c4806f20d8b1" providerId="AD" clId="Web-{4DD72180-80EC-49E7-B85A-CD5035B52319}" dt="2020-09-18T03:42:56.504" v="183" actId="20577"/>
        <pc:sldMkLst>
          <pc:docMk/>
          <pc:sldMk cId="0" sldId="275"/>
        </pc:sldMkLst>
        <pc:spChg chg="mod">
          <ac:chgData name="Shaunak Kolhe" userId="S::1032180373@mitwpu.ac.in::bbca1b3f-000a-42a0-9331-c4806f20d8b1" providerId="AD" clId="Web-{4DD72180-80EC-49E7-B85A-CD5035B52319}" dt="2020-09-18T03:42:56.504" v="183" actId="20577"/>
          <ac:spMkLst>
            <pc:docMk/>
            <pc:sldMk cId="0" sldId="275"/>
            <ac:spMk id="2" creationId="{00000000-0000-0000-0000-000000000000}"/>
          </ac:spMkLst>
        </pc:spChg>
      </pc:sldChg>
      <pc:sldChg chg="modSp">
        <pc:chgData name="Shaunak Kolhe" userId="S::1032180373@mitwpu.ac.in::bbca1b3f-000a-42a0-9331-c4806f20d8b1" providerId="AD" clId="Web-{4DD72180-80EC-49E7-B85A-CD5035B52319}" dt="2020-09-18T03:43:07.363" v="187" actId="20577"/>
        <pc:sldMkLst>
          <pc:docMk/>
          <pc:sldMk cId="0" sldId="276"/>
        </pc:sldMkLst>
        <pc:spChg chg="mod">
          <ac:chgData name="Shaunak Kolhe" userId="S::1032180373@mitwpu.ac.in::bbca1b3f-000a-42a0-9331-c4806f20d8b1" providerId="AD" clId="Web-{4DD72180-80EC-49E7-B85A-CD5035B52319}" dt="2020-09-18T03:43:07.363" v="187" actId="20577"/>
          <ac:spMkLst>
            <pc:docMk/>
            <pc:sldMk cId="0" sldId="276"/>
            <ac:spMk id="2" creationId="{00000000-0000-0000-0000-000000000000}"/>
          </ac:spMkLst>
        </pc:spChg>
        <pc:spChg chg="mod">
          <ac:chgData name="Shaunak Kolhe" userId="S::1032180373@mitwpu.ac.in::bbca1b3f-000a-42a0-9331-c4806f20d8b1" providerId="AD" clId="Web-{4DD72180-80EC-49E7-B85A-CD5035B52319}" dt="2020-09-18T03:34:16.852" v="89" actId="14100"/>
          <ac:spMkLst>
            <pc:docMk/>
            <pc:sldMk cId="0" sldId="276"/>
            <ac:spMk id="3" creationId="{00000000-0000-0000-0000-000000000000}"/>
          </ac:spMkLst>
        </pc:spChg>
      </pc:sldChg>
      <pc:sldChg chg="modSp">
        <pc:chgData name="Shaunak Kolhe" userId="S::1032180373@mitwpu.ac.in::bbca1b3f-000a-42a0-9331-c4806f20d8b1" providerId="AD" clId="Web-{4DD72180-80EC-49E7-B85A-CD5035B52319}" dt="2020-09-18T03:43:07.488" v="190" actId="20577"/>
        <pc:sldMkLst>
          <pc:docMk/>
          <pc:sldMk cId="0" sldId="277"/>
        </pc:sldMkLst>
        <pc:spChg chg="mod">
          <ac:chgData name="Shaunak Kolhe" userId="S::1032180373@mitwpu.ac.in::bbca1b3f-000a-42a0-9331-c4806f20d8b1" providerId="AD" clId="Web-{4DD72180-80EC-49E7-B85A-CD5035B52319}" dt="2020-09-18T03:43:07.488" v="190" actId="20577"/>
          <ac:spMkLst>
            <pc:docMk/>
            <pc:sldMk cId="0" sldId="277"/>
            <ac:spMk id="2" creationId="{00000000-0000-0000-0000-000000000000}"/>
          </ac:spMkLst>
        </pc:spChg>
        <pc:spChg chg="mod">
          <ac:chgData name="Shaunak Kolhe" userId="S::1032180373@mitwpu.ac.in::bbca1b3f-000a-42a0-9331-c4806f20d8b1" providerId="AD" clId="Web-{4DD72180-80EC-49E7-B85A-CD5035B52319}" dt="2020-09-18T03:34:11.992" v="88" actId="14100"/>
          <ac:spMkLst>
            <pc:docMk/>
            <pc:sldMk cId="0" sldId="277"/>
            <ac:spMk id="3" creationId="{00000000-0000-0000-0000-000000000000}"/>
          </ac:spMkLst>
        </pc:spChg>
      </pc:sldChg>
      <pc:sldChg chg="modSp">
        <pc:chgData name="Shaunak Kolhe" userId="S::1032180373@mitwpu.ac.in::bbca1b3f-000a-42a0-9331-c4806f20d8b1" providerId="AD" clId="Web-{4DD72180-80EC-49E7-B85A-CD5035B52319}" dt="2020-09-18T03:43:07.520" v="192" actId="20577"/>
        <pc:sldMkLst>
          <pc:docMk/>
          <pc:sldMk cId="0" sldId="278"/>
        </pc:sldMkLst>
        <pc:spChg chg="mod">
          <ac:chgData name="Shaunak Kolhe" userId="S::1032180373@mitwpu.ac.in::bbca1b3f-000a-42a0-9331-c4806f20d8b1" providerId="AD" clId="Web-{4DD72180-80EC-49E7-B85A-CD5035B52319}" dt="2020-09-18T03:43:07.520" v="192" actId="20577"/>
          <ac:spMkLst>
            <pc:docMk/>
            <pc:sldMk cId="0" sldId="278"/>
            <ac:spMk id="2" creationId="{00000000-0000-0000-0000-000000000000}"/>
          </ac:spMkLst>
        </pc:spChg>
      </pc:sldChg>
    </pc:docChg>
  </pc:docChgLst>
  <pc:docChgLst>
    <pc:chgData name="Saumitra Mahajan" userId="S::1032181346@mitwpu.ac.in::2c54bc9e-63b5-4a7c-99b5-733289fc5daa" providerId="AD" clId="Web-{2ECB1059-DDC1-42B4-B275-77F1269A201A}"/>
    <pc:docChg chg="modSld">
      <pc:chgData name="Saumitra Mahajan" userId="S::1032181346@mitwpu.ac.in::2c54bc9e-63b5-4a7c-99b5-733289fc5daa" providerId="AD" clId="Web-{2ECB1059-DDC1-42B4-B275-77F1269A201A}" dt="2020-09-18T05:51:11.244" v="205" actId="14100"/>
      <pc:docMkLst>
        <pc:docMk/>
      </pc:docMkLst>
      <pc:sldChg chg="addSp modSp">
        <pc:chgData name="Saumitra Mahajan" userId="S::1032181346@mitwpu.ac.in::2c54bc9e-63b5-4a7c-99b5-733289fc5daa" providerId="AD" clId="Web-{2ECB1059-DDC1-42B4-B275-77F1269A201A}" dt="2020-09-18T05:51:11.244" v="205" actId="14100"/>
        <pc:sldMkLst>
          <pc:docMk/>
          <pc:sldMk cId="0" sldId="257"/>
        </pc:sldMkLst>
        <pc:spChg chg="mod">
          <ac:chgData name="Saumitra Mahajan" userId="S::1032181346@mitwpu.ac.in::2c54bc9e-63b5-4a7c-99b5-733289fc5daa" providerId="AD" clId="Web-{2ECB1059-DDC1-42B4-B275-77F1269A201A}" dt="2020-09-18T05:50:02.351" v="199" actId="20577"/>
          <ac:spMkLst>
            <pc:docMk/>
            <pc:sldMk cId="0" sldId="257"/>
            <ac:spMk id="2" creationId="{00000000-0000-0000-0000-000000000000}"/>
          </ac:spMkLst>
        </pc:spChg>
        <pc:spChg chg="add mod">
          <ac:chgData name="Saumitra Mahajan" userId="S::1032181346@mitwpu.ac.in::2c54bc9e-63b5-4a7c-99b5-733289fc5daa" providerId="AD" clId="Web-{2ECB1059-DDC1-42B4-B275-77F1269A201A}" dt="2020-09-18T05:42:38.933" v="133" actId="1076"/>
          <ac:spMkLst>
            <pc:docMk/>
            <pc:sldMk cId="0" sldId="257"/>
            <ac:spMk id="5" creationId="{5FB9DDFB-EF6B-4E03-912C-7572B3E04FC4}"/>
          </ac:spMkLst>
        </pc:spChg>
        <pc:picChg chg="add mod">
          <ac:chgData name="Saumitra Mahajan" userId="S::1032181346@mitwpu.ac.in::2c54bc9e-63b5-4a7c-99b5-733289fc5daa" providerId="AD" clId="Web-{2ECB1059-DDC1-42B4-B275-77F1269A201A}" dt="2020-09-18T05:51:11.244" v="205" actId="14100"/>
          <ac:picMkLst>
            <pc:docMk/>
            <pc:sldMk cId="0" sldId="257"/>
            <ac:picMk id="6" creationId="{8167858A-E908-4A9C-BD44-4706D3016F80}"/>
          </ac:picMkLst>
        </pc:picChg>
      </pc:sldChg>
      <pc:sldChg chg="addSp delSp modSp">
        <pc:chgData name="Saumitra Mahajan" userId="S::1032181346@mitwpu.ac.in::2c54bc9e-63b5-4a7c-99b5-733289fc5daa" providerId="AD" clId="Web-{2ECB1059-DDC1-42B4-B275-77F1269A201A}" dt="2020-09-18T05:37:25.627" v="87" actId="14100"/>
        <pc:sldMkLst>
          <pc:docMk/>
          <pc:sldMk cId="0" sldId="260"/>
        </pc:sldMkLst>
        <pc:spChg chg="del">
          <ac:chgData name="Saumitra Mahajan" userId="S::1032181346@mitwpu.ac.in::2c54bc9e-63b5-4a7c-99b5-733289fc5daa" providerId="AD" clId="Web-{2ECB1059-DDC1-42B4-B275-77F1269A201A}" dt="2020-09-18T05:37:14.455" v="84"/>
          <ac:spMkLst>
            <pc:docMk/>
            <pc:sldMk cId="0" sldId="260"/>
            <ac:spMk id="2" creationId="{00000000-0000-0000-0000-000000000000}"/>
          </ac:spMkLst>
        </pc:spChg>
        <pc:spChg chg="mod">
          <ac:chgData name="Saumitra Mahajan" userId="S::1032181346@mitwpu.ac.in::2c54bc9e-63b5-4a7c-99b5-733289fc5daa" providerId="AD" clId="Web-{2ECB1059-DDC1-42B4-B275-77F1269A201A}" dt="2020-09-18T05:37:25.627" v="87" actId="14100"/>
          <ac:spMkLst>
            <pc:docMk/>
            <pc:sldMk cId="0" sldId="260"/>
            <ac:spMk id="3" creationId="{00000000-0000-0000-0000-000000000000}"/>
          </ac:spMkLst>
        </pc:spChg>
        <pc:spChg chg="add del mod">
          <ac:chgData name="Saumitra Mahajan" userId="S::1032181346@mitwpu.ac.in::2c54bc9e-63b5-4a7c-99b5-733289fc5daa" providerId="AD" clId="Web-{2ECB1059-DDC1-42B4-B275-77F1269A201A}" dt="2020-09-18T05:37:18.346" v="85"/>
          <ac:spMkLst>
            <pc:docMk/>
            <pc:sldMk cId="0" sldId="260"/>
            <ac:spMk id="7" creationId="{E43F2674-356B-4131-98C9-3DF2EC3A5FD9}"/>
          </ac:spMkLst>
        </pc:spChg>
      </pc:sldChg>
      <pc:sldChg chg="addSp delSp modSp">
        <pc:chgData name="Saumitra Mahajan" userId="S::1032181346@mitwpu.ac.in::2c54bc9e-63b5-4a7c-99b5-733289fc5daa" providerId="AD" clId="Web-{2ECB1059-DDC1-42B4-B275-77F1269A201A}" dt="2020-09-18T05:37:51.956" v="95" actId="20577"/>
        <pc:sldMkLst>
          <pc:docMk/>
          <pc:sldMk cId="0" sldId="262"/>
        </pc:sldMkLst>
        <pc:spChg chg="del">
          <ac:chgData name="Saumitra Mahajan" userId="S::1032181346@mitwpu.ac.in::2c54bc9e-63b5-4a7c-99b5-733289fc5daa" providerId="AD" clId="Web-{2ECB1059-DDC1-42B4-B275-77F1269A201A}" dt="2020-09-18T05:37:31.971" v="88"/>
          <ac:spMkLst>
            <pc:docMk/>
            <pc:sldMk cId="0" sldId="262"/>
            <ac:spMk id="2" creationId="{00000000-0000-0000-0000-000000000000}"/>
          </ac:spMkLst>
        </pc:spChg>
        <pc:spChg chg="mod">
          <ac:chgData name="Saumitra Mahajan" userId="S::1032181346@mitwpu.ac.in::2c54bc9e-63b5-4a7c-99b5-733289fc5daa" providerId="AD" clId="Web-{2ECB1059-DDC1-42B4-B275-77F1269A201A}" dt="2020-09-18T05:37:51.956" v="95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Saumitra Mahajan" userId="S::1032181346@mitwpu.ac.in::2c54bc9e-63b5-4a7c-99b5-733289fc5daa" providerId="AD" clId="Web-{2ECB1059-DDC1-42B4-B275-77F1269A201A}" dt="2020-09-18T05:37:46.737" v="92" actId="14100"/>
          <ac:spMkLst>
            <pc:docMk/>
            <pc:sldMk cId="0" sldId="262"/>
            <ac:spMk id="4" creationId="{00000000-0000-0000-0000-000000000000}"/>
          </ac:spMkLst>
        </pc:spChg>
        <pc:spChg chg="add del mod">
          <ac:chgData name="Saumitra Mahajan" userId="S::1032181346@mitwpu.ac.in::2c54bc9e-63b5-4a7c-99b5-733289fc5daa" providerId="AD" clId="Web-{2ECB1059-DDC1-42B4-B275-77F1269A201A}" dt="2020-09-18T05:37:36.581" v="89"/>
          <ac:spMkLst>
            <pc:docMk/>
            <pc:sldMk cId="0" sldId="262"/>
            <ac:spMk id="7" creationId="{08351712-9B8A-4012-8479-99EDC1CF0CD1}"/>
          </ac:spMkLst>
        </pc:spChg>
      </pc:sldChg>
      <pc:sldChg chg="addSp delSp modSp">
        <pc:chgData name="Saumitra Mahajan" userId="S::1032181346@mitwpu.ac.in::2c54bc9e-63b5-4a7c-99b5-733289fc5daa" providerId="AD" clId="Web-{2ECB1059-DDC1-42B4-B275-77F1269A201A}" dt="2020-09-18T05:37:08.158" v="83"/>
        <pc:sldMkLst>
          <pc:docMk/>
          <pc:sldMk cId="0" sldId="264"/>
        </pc:sldMkLst>
        <pc:spChg chg="del mod">
          <ac:chgData name="Saumitra Mahajan" userId="S::1032181346@mitwpu.ac.in::2c54bc9e-63b5-4a7c-99b5-733289fc5daa" providerId="AD" clId="Web-{2ECB1059-DDC1-42B4-B275-77F1269A201A}" dt="2020-09-18T05:36:55.579" v="78"/>
          <ac:spMkLst>
            <pc:docMk/>
            <pc:sldMk cId="0" sldId="264"/>
            <ac:spMk id="2" creationId="{00000000-0000-0000-0000-000000000000}"/>
          </ac:spMkLst>
        </pc:spChg>
        <pc:spChg chg="mod">
          <ac:chgData name="Saumitra Mahajan" userId="S::1032181346@mitwpu.ac.in::2c54bc9e-63b5-4a7c-99b5-733289fc5daa" providerId="AD" clId="Web-{2ECB1059-DDC1-42B4-B275-77F1269A201A}" dt="2020-09-18T05:37:06.533" v="82" actId="14100"/>
          <ac:spMkLst>
            <pc:docMk/>
            <pc:sldMk cId="0" sldId="264"/>
            <ac:spMk id="4" creationId="{00000000-0000-0000-0000-000000000000}"/>
          </ac:spMkLst>
        </pc:spChg>
        <pc:spChg chg="del">
          <ac:chgData name="Saumitra Mahajan" userId="S::1032181346@mitwpu.ac.in::2c54bc9e-63b5-4a7c-99b5-733289fc5daa" providerId="AD" clId="Web-{2ECB1059-DDC1-42B4-B275-77F1269A201A}" dt="2020-09-18T05:37:08.158" v="83"/>
          <ac:spMkLst>
            <pc:docMk/>
            <pc:sldMk cId="0" sldId="264"/>
            <ac:spMk id="5" creationId="{00000000-0000-0000-0000-000000000000}"/>
          </ac:spMkLst>
        </pc:spChg>
        <pc:spChg chg="add del mod">
          <ac:chgData name="Saumitra Mahajan" userId="S::1032181346@mitwpu.ac.in::2c54bc9e-63b5-4a7c-99b5-733289fc5daa" providerId="AD" clId="Web-{2ECB1059-DDC1-42B4-B275-77F1269A201A}" dt="2020-09-18T05:36:58.001" v="79"/>
          <ac:spMkLst>
            <pc:docMk/>
            <pc:sldMk cId="0" sldId="264"/>
            <ac:spMk id="8" creationId="{958A4141-A064-4467-B24A-BCD547676F95}"/>
          </ac:spMkLst>
        </pc:spChg>
      </pc:sldChg>
      <pc:sldChg chg="addSp delSp modSp">
        <pc:chgData name="Saumitra Mahajan" userId="S::1032181346@mitwpu.ac.in::2c54bc9e-63b5-4a7c-99b5-733289fc5daa" providerId="AD" clId="Web-{2ECB1059-DDC1-42B4-B275-77F1269A201A}" dt="2020-09-18T05:36:36.829" v="74" actId="14100"/>
        <pc:sldMkLst>
          <pc:docMk/>
          <pc:sldMk cId="0" sldId="266"/>
        </pc:sldMkLst>
        <pc:spChg chg="del mod">
          <ac:chgData name="Saumitra Mahajan" userId="S::1032181346@mitwpu.ac.in::2c54bc9e-63b5-4a7c-99b5-733289fc5daa" providerId="AD" clId="Web-{2ECB1059-DDC1-42B4-B275-77F1269A201A}" dt="2020-09-18T05:36:13.672" v="69"/>
          <ac:spMkLst>
            <pc:docMk/>
            <pc:sldMk cId="0" sldId="266"/>
            <ac:spMk id="2" creationId="{00000000-0000-0000-0000-000000000000}"/>
          </ac:spMkLst>
        </pc:spChg>
        <pc:spChg chg="mod">
          <ac:chgData name="Saumitra Mahajan" userId="S::1032181346@mitwpu.ac.in::2c54bc9e-63b5-4a7c-99b5-733289fc5daa" providerId="AD" clId="Web-{2ECB1059-DDC1-42B4-B275-77F1269A201A}" dt="2020-09-18T05:36:36.829" v="74" actId="14100"/>
          <ac:spMkLst>
            <pc:docMk/>
            <pc:sldMk cId="0" sldId="266"/>
            <ac:spMk id="4" creationId="{00000000-0000-0000-0000-000000000000}"/>
          </ac:spMkLst>
        </pc:spChg>
        <pc:spChg chg="add del mod">
          <ac:chgData name="Saumitra Mahajan" userId="S::1032181346@mitwpu.ac.in::2c54bc9e-63b5-4a7c-99b5-733289fc5daa" providerId="AD" clId="Web-{2ECB1059-DDC1-42B4-B275-77F1269A201A}" dt="2020-09-18T05:36:23.579" v="71"/>
          <ac:spMkLst>
            <pc:docMk/>
            <pc:sldMk cId="0" sldId="266"/>
            <ac:spMk id="7" creationId="{AE0A8F68-5300-4DA8-AE29-413DB1755319}"/>
          </ac:spMkLst>
        </pc:spChg>
      </pc:sldChg>
      <pc:sldChg chg="modSp">
        <pc:chgData name="Saumitra Mahajan" userId="S::1032181346@mitwpu.ac.in::2c54bc9e-63b5-4a7c-99b5-733289fc5daa" providerId="AD" clId="Web-{2ECB1059-DDC1-42B4-B275-77F1269A201A}" dt="2020-09-18T05:45:51.063" v="158" actId="20577"/>
        <pc:sldMkLst>
          <pc:docMk/>
          <pc:sldMk cId="0" sldId="267"/>
        </pc:sldMkLst>
        <pc:spChg chg="mod">
          <ac:chgData name="Saumitra Mahajan" userId="S::1032181346@mitwpu.ac.in::2c54bc9e-63b5-4a7c-99b5-733289fc5daa" providerId="AD" clId="Web-{2ECB1059-DDC1-42B4-B275-77F1269A201A}" dt="2020-09-18T05:36:00.843" v="59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Saumitra Mahajan" userId="S::1032181346@mitwpu.ac.in::2c54bc9e-63b5-4a7c-99b5-733289fc5daa" providerId="AD" clId="Web-{2ECB1059-DDC1-42B4-B275-77F1269A201A}" dt="2020-09-18T05:45:51.063" v="158" actId="20577"/>
          <ac:spMkLst>
            <pc:docMk/>
            <pc:sldMk cId="0" sldId="267"/>
            <ac:spMk id="3" creationId="{00000000-0000-0000-0000-000000000000}"/>
          </ac:spMkLst>
        </pc:spChg>
      </pc:sldChg>
      <pc:sldChg chg="addSp delSp modSp">
        <pc:chgData name="Saumitra Mahajan" userId="S::1032181346@mitwpu.ac.in::2c54bc9e-63b5-4a7c-99b5-733289fc5daa" providerId="AD" clId="Web-{2ECB1059-DDC1-42B4-B275-77F1269A201A}" dt="2020-09-18T05:48:48.568" v="184" actId="14100"/>
        <pc:sldMkLst>
          <pc:docMk/>
          <pc:sldMk cId="0" sldId="268"/>
        </pc:sldMkLst>
        <pc:spChg chg="mod">
          <ac:chgData name="Saumitra Mahajan" userId="S::1032181346@mitwpu.ac.in::2c54bc9e-63b5-4a7c-99b5-733289fc5daa" providerId="AD" clId="Web-{2ECB1059-DDC1-42B4-B275-77F1269A201A}" dt="2020-09-18T05:38:19.582" v="97" actId="1076"/>
          <ac:spMkLst>
            <pc:docMk/>
            <pc:sldMk cId="0" sldId="268"/>
            <ac:spMk id="2" creationId="{00000000-0000-0000-0000-000000000000}"/>
          </ac:spMkLst>
        </pc:spChg>
        <pc:spChg chg="mod topLvl">
          <ac:chgData name="Saumitra Mahajan" userId="S::1032181346@mitwpu.ac.in::2c54bc9e-63b5-4a7c-99b5-733289fc5daa" providerId="AD" clId="Web-{2ECB1059-DDC1-42B4-B275-77F1269A201A}" dt="2020-09-18T05:48:48.568" v="184" actId="14100"/>
          <ac:spMkLst>
            <pc:docMk/>
            <pc:sldMk cId="0" sldId="268"/>
            <ac:spMk id="5" creationId="{00000000-0000-0000-0000-000000000000}"/>
          </ac:spMkLst>
        </pc:spChg>
        <pc:spChg chg="del topLvl">
          <ac:chgData name="Saumitra Mahajan" userId="S::1032181346@mitwpu.ac.in::2c54bc9e-63b5-4a7c-99b5-733289fc5daa" providerId="AD" clId="Web-{2ECB1059-DDC1-42B4-B275-77F1269A201A}" dt="2020-09-18T05:48:29.005" v="181"/>
          <ac:spMkLst>
            <pc:docMk/>
            <pc:sldMk cId="0" sldId="268"/>
            <ac:spMk id="6" creationId="{00000000-0000-0000-0000-000000000000}"/>
          </ac:spMkLst>
        </pc:spChg>
        <pc:spChg chg="mod">
          <ac:chgData name="Saumitra Mahajan" userId="S::1032181346@mitwpu.ac.in::2c54bc9e-63b5-4a7c-99b5-733289fc5daa" providerId="AD" clId="Web-{2ECB1059-DDC1-42B4-B275-77F1269A201A}" dt="2020-09-18T05:38:36.988" v="99" actId="1076"/>
          <ac:spMkLst>
            <pc:docMk/>
            <pc:sldMk cId="0" sldId="268"/>
            <ac:spMk id="7" creationId="{00000000-0000-0000-0000-000000000000}"/>
          </ac:spMkLst>
        </pc:spChg>
        <pc:spChg chg="add del">
          <ac:chgData name="Saumitra Mahajan" userId="S::1032181346@mitwpu.ac.in::2c54bc9e-63b5-4a7c-99b5-733289fc5daa" providerId="AD" clId="Web-{2ECB1059-DDC1-42B4-B275-77F1269A201A}" dt="2020-09-18T05:38:41.911" v="101"/>
          <ac:spMkLst>
            <pc:docMk/>
            <pc:sldMk cId="0" sldId="268"/>
            <ac:spMk id="8" creationId="{49EE9AAC-170F-4A96-970D-F29DBF5BFA57}"/>
          </ac:spMkLst>
        </pc:spChg>
        <pc:spChg chg="add mod">
          <ac:chgData name="Saumitra Mahajan" userId="S::1032181346@mitwpu.ac.in::2c54bc9e-63b5-4a7c-99b5-733289fc5daa" providerId="AD" clId="Web-{2ECB1059-DDC1-42B4-B275-77F1269A201A}" dt="2020-09-18T05:47:59.989" v="176" actId="20577"/>
          <ac:spMkLst>
            <pc:docMk/>
            <pc:sldMk cId="0" sldId="268"/>
            <ac:spMk id="11" creationId="{6566C2FC-7A21-484C-9066-8CF7887F9485}"/>
          </ac:spMkLst>
        </pc:spChg>
        <pc:grpChg chg="del mod">
          <ac:chgData name="Saumitra Mahajan" userId="S::1032181346@mitwpu.ac.in::2c54bc9e-63b5-4a7c-99b5-733289fc5daa" providerId="AD" clId="Web-{2ECB1059-DDC1-42B4-B275-77F1269A201A}" dt="2020-09-18T05:48:29.005" v="181"/>
          <ac:grpSpMkLst>
            <pc:docMk/>
            <pc:sldMk cId="0" sldId="268"/>
            <ac:grpSpMk id="4" creationId="{00000000-0000-0000-0000-000000000000}"/>
          </ac:grpSpMkLst>
        </pc:grpChg>
      </pc:sldChg>
      <pc:sldChg chg="modSp">
        <pc:chgData name="Saumitra Mahajan" userId="S::1032181346@mitwpu.ac.in::2c54bc9e-63b5-4a7c-99b5-733289fc5daa" providerId="AD" clId="Web-{2ECB1059-DDC1-42B4-B275-77F1269A201A}" dt="2020-09-18T05:35:54.250" v="56" actId="20577"/>
        <pc:sldMkLst>
          <pc:docMk/>
          <pc:sldMk cId="0" sldId="269"/>
        </pc:sldMkLst>
        <pc:spChg chg="mod">
          <ac:chgData name="Saumitra Mahajan" userId="S::1032181346@mitwpu.ac.in::2c54bc9e-63b5-4a7c-99b5-733289fc5daa" providerId="AD" clId="Web-{2ECB1059-DDC1-42B4-B275-77F1269A201A}" dt="2020-09-18T05:35:54.250" v="56" actId="20577"/>
          <ac:spMkLst>
            <pc:docMk/>
            <pc:sldMk cId="0" sldId="269"/>
            <ac:spMk id="2" creationId="{00000000-0000-0000-0000-000000000000}"/>
          </ac:spMkLst>
        </pc:spChg>
      </pc:sldChg>
      <pc:sldChg chg="modSp">
        <pc:chgData name="Saumitra Mahajan" userId="S::1032181346@mitwpu.ac.in::2c54bc9e-63b5-4a7c-99b5-733289fc5daa" providerId="AD" clId="Web-{2ECB1059-DDC1-42B4-B275-77F1269A201A}" dt="2020-09-18T05:32:24.134" v="2" actId="1076"/>
        <pc:sldMkLst>
          <pc:docMk/>
          <pc:sldMk cId="0" sldId="270"/>
        </pc:sldMkLst>
        <pc:spChg chg="mod">
          <ac:chgData name="Saumitra Mahajan" userId="S::1032181346@mitwpu.ac.in::2c54bc9e-63b5-4a7c-99b5-733289fc5daa" providerId="AD" clId="Web-{2ECB1059-DDC1-42B4-B275-77F1269A201A}" dt="2020-09-18T05:32:24.134" v="2" actId="1076"/>
          <ac:spMkLst>
            <pc:docMk/>
            <pc:sldMk cId="0" sldId="270"/>
            <ac:spMk id="2" creationId="{00000000-0000-0000-0000-000000000000}"/>
          </ac:spMkLst>
        </pc:spChg>
      </pc:sldChg>
      <pc:sldChg chg="modSp">
        <pc:chgData name="Saumitra Mahajan" userId="S::1032181346@mitwpu.ac.in::2c54bc9e-63b5-4a7c-99b5-733289fc5daa" providerId="AD" clId="Web-{2ECB1059-DDC1-42B4-B275-77F1269A201A}" dt="2020-09-18T05:32:20.259" v="1" actId="1076"/>
        <pc:sldMkLst>
          <pc:docMk/>
          <pc:sldMk cId="0" sldId="271"/>
        </pc:sldMkLst>
        <pc:spChg chg="mod">
          <ac:chgData name="Saumitra Mahajan" userId="S::1032181346@mitwpu.ac.in::2c54bc9e-63b5-4a7c-99b5-733289fc5daa" providerId="AD" clId="Web-{2ECB1059-DDC1-42B4-B275-77F1269A201A}" dt="2020-09-18T05:32:20.259" v="1" actId="1076"/>
          <ac:spMkLst>
            <pc:docMk/>
            <pc:sldMk cId="0" sldId="271"/>
            <ac:spMk id="2" creationId="{00000000-0000-0000-0000-000000000000}"/>
          </ac:spMkLst>
        </pc:spChg>
      </pc:sldChg>
      <pc:sldChg chg="addSp delSp modSp">
        <pc:chgData name="Saumitra Mahajan" userId="S::1032181346@mitwpu.ac.in::2c54bc9e-63b5-4a7c-99b5-733289fc5daa" providerId="AD" clId="Web-{2ECB1059-DDC1-42B4-B275-77F1269A201A}" dt="2020-09-18T05:34:37.185" v="26" actId="1076"/>
        <pc:sldMkLst>
          <pc:docMk/>
          <pc:sldMk cId="0" sldId="272"/>
        </pc:sldMkLst>
        <pc:spChg chg="del mod">
          <ac:chgData name="Saumitra Mahajan" userId="S::1032181346@mitwpu.ac.in::2c54bc9e-63b5-4a7c-99b5-733289fc5daa" providerId="AD" clId="Web-{2ECB1059-DDC1-42B4-B275-77F1269A201A}" dt="2020-09-18T05:33:27.620" v="10"/>
          <ac:spMkLst>
            <pc:docMk/>
            <pc:sldMk cId="0" sldId="272"/>
            <ac:spMk id="2" creationId="{00000000-0000-0000-0000-000000000000}"/>
          </ac:spMkLst>
        </pc:spChg>
        <pc:spChg chg="mod">
          <ac:chgData name="Saumitra Mahajan" userId="S::1032181346@mitwpu.ac.in::2c54bc9e-63b5-4a7c-99b5-733289fc5daa" providerId="AD" clId="Web-{2ECB1059-DDC1-42B4-B275-77F1269A201A}" dt="2020-09-18T05:32:40.869" v="5" actId="1076"/>
          <ac:spMkLst>
            <pc:docMk/>
            <pc:sldMk cId="0" sldId="272"/>
            <ac:spMk id="3" creationId="{00000000-0000-0000-0000-000000000000}"/>
          </ac:spMkLst>
        </pc:spChg>
        <pc:spChg chg="mod topLvl">
          <ac:chgData name="Saumitra Mahajan" userId="S::1032181346@mitwpu.ac.in::2c54bc9e-63b5-4a7c-99b5-733289fc5daa" providerId="AD" clId="Web-{2ECB1059-DDC1-42B4-B275-77F1269A201A}" dt="2020-09-18T05:34:37.185" v="26" actId="1076"/>
          <ac:spMkLst>
            <pc:docMk/>
            <pc:sldMk cId="0" sldId="272"/>
            <ac:spMk id="5" creationId="{00000000-0000-0000-0000-000000000000}"/>
          </ac:spMkLst>
        </pc:spChg>
        <pc:spChg chg="del mod topLvl">
          <ac:chgData name="Saumitra Mahajan" userId="S::1032181346@mitwpu.ac.in::2c54bc9e-63b5-4a7c-99b5-733289fc5daa" providerId="AD" clId="Web-{2ECB1059-DDC1-42B4-B275-77F1269A201A}" dt="2020-09-18T05:34:33.857" v="25"/>
          <ac:spMkLst>
            <pc:docMk/>
            <pc:sldMk cId="0" sldId="272"/>
            <ac:spMk id="6" creationId="{00000000-0000-0000-0000-000000000000}"/>
          </ac:spMkLst>
        </pc:spChg>
        <pc:spChg chg="add del mod">
          <ac:chgData name="Saumitra Mahajan" userId="S::1032181346@mitwpu.ac.in::2c54bc9e-63b5-4a7c-99b5-733289fc5daa" providerId="AD" clId="Web-{2ECB1059-DDC1-42B4-B275-77F1269A201A}" dt="2020-09-18T05:33:36.136" v="12"/>
          <ac:spMkLst>
            <pc:docMk/>
            <pc:sldMk cId="0" sldId="272"/>
            <ac:spMk id="9" creationId="{AD85E557-7CD0-45A0-8FC6-C1D93B250AE1}"/>
          </ac:spMkLst>
        </pc:spChg>
        <pc:grpChg chg="add del mod">
          <ac:chgData name="Saumitra Mahajan" userId="S::1032181346@mitwpu.ac.in::2c54bc9e-63b5-4a7c-99b5-733289fc5daa" providerId="AD" clId="Web-{2ECB1059-DDC1-42B4-B275-77F1269A201A}" dt="2020-09-18T05:34:33.857" v="25"/>
          <ac:grpSpMkLst>
            <pc:docMk/>
            <pc:sldMk cId="0" sldId="272"/>
            <ac:grpSpMk id="4" creationId="{00000000-0000-0000-0000-000000000000}"/>
          </ac:grpSpMkLst>
        </pc:grpChg>
      </pc:sldChg>
      <pc:sldChg chg="addSp delSp modSp">
        <pc:chgData name="Saumitra Mahajan" userId="S::1032181346@mitwpu.ac.in::2c54bc9e-63b5-4a7c-99b5-733289fc5daa" providerId="AD" clId="Web-{2ECB1059-DDC1-42B4-B275-77F1269A201A}" dt="2020-09-18T05:40:56.883" v="113" actId="1076"/>
        <pc:sldMkLst>
          <pc:docMk/>
          <pc:sldMk cId="0" sldId="274"/>
        </pc:sldMkLst>
        <pc:spChg chg="mod topLvl">
          <ac:chgData name="Saumitra Mahajan" userId="S::1032181346@mitwpu.ac.in::2c54bc9e-63b5-4a7c-99b5-733289fc5daa" providerId="AD" clId="Web-{2ECB1059-DDC1-42B4-B275-77F1269A201A}" dt="2020-09-18T05:40:56.883" v="113" actId="1076"/>
          <ac:spMkLst>
            <pc:docMk/>
            <pc:sldMk cId="0" sldId="274"/>
            <ac:spMk id="9" creationId="{016881C9-5F54-4FC3-99B4-9EE1EAF3132F}"/>
          </ac:spMkLst>
        </pc:spChg>
        <pc:spChg chg="del topLvl">
          <ac:chgData name="Saumitra Mahajan" userId="S::1032181346@mitwpu.ac.in::2c54bc9e-63b5-4a7c-99b5-733289fc5daa" providerId="AD" clId="Web-{2ECB1059-DDC1-42B4-B275-77F1269A201A}" dt="2020-09-18T05:40:51.742" v="112"/>
          <ac:spMkLst>
            <pc:docMk/>
            <pc:sldMk cId="0" sldId="274"/>
            <ac:spMk id="10" creationId="{24D7A222-7923-4F54-A0D1-10F6BF366436}"/>
          </ac:spMkLst>
        </pc:spChg>
        <pc:grpChg chg="mod">
          <ac:chgData name="Saumitra Mahajan" userId="S::1032181346@mitwpu.ac.in::2c54bc9e-63b5-4a7c-99b5-733289fc5daa" providerId="AD" clId="Web-{2ECB1059-DDC1-42B4-B275-77F1269A201A}" dt="2020-09-18T05:40:37.289" v="108" actId="14100"/>
          <ac:grpSpMkLst>
            <pc:docMk/>
            <pc:sldMk cId="0" sldId="274"/>
            <ac:grpSpMk id="4" creationId="{00000000-0000-0000-0000-000000000000}"/>
          </ac:grpSpMkLst>
        </pc:grpChg>
        <pc:grpChg chg="add del mod">
          <ac:chgData name="Saumitra Mahajan" userId="S::1032181346@mitwpu.ac.in::2c54bc9e-63b5-4a7c-99b5-733289fc5daa" providerId="AD" clId="Web-{2ECB1059-DDC1-42B4-B275-77F1269A201A}" dt="2020-09-18T05:40:51.742" v="112"/>
          <ac:grpSpMkLst>
            <pc:docMk/>
            <pc:sldMk cId="0" sldId="274"/>
            <ac:grpSpMk id="8" creationId="{E096D822-37D1-4EDA-9300-1C7606BD37EE}"/>
          </ac:grpSpMkLst>
        </pc:grpChg>
      </pc:sldChg>
      <pc:sldChg chg="modSp">
        <pc:chgData name="Saumitra Mahajan" userId="S::1032181346@mitwpu.ac.in::2c54bc9e-63b5-4a7c-99b5-733289fc5daa" providerId="AD" clId="Web-{2ECB1059-DDC1-42B4-B275-77F1269A201A}" dt="2020-09-18T05:35:13.608" v="33" actId="20577"/>
        <pc:sldMkLst>
          <pc:docMk/>
          <pc:sldMk cId="0" sldId="276"/>
        </pc:sldMkLst>
        <pc:spChg chg="mod">
          <ac:chgData name="Saumitra Mahajan" userId="S::1032181346@mitwpu.ac.in::2c54bc9e-63b5-4a7c-99b5-733289fc5daa" providerId="AD" clId="Web-{2ECB1059-DDC1-42B4-B275-77F1269A201A}" dt="2020-09-18T05:35:13.608" v="33" actId="20577"/>
          <ac:spMkLst>
            <pc:docMk/>
            <pc:sldMk cId="0" sldId="276"/>
            <ac:spMk id="2" creationId="{00000000-0000-0000-0000-000000000000}"/>
          </ac:spMkLst>
        </pc:spChg>
      </pc:sldChg>
      <pc:sldChg chg="modSp">
        <pc:chgData name="Saumitra Mahajan" userId="S::1032181346@mitwpu.ac.in::2c54bc9e-63b5-4a7c-99b5-733289fc5daa" providerId="AD" clId="Web-{2ECB1059-DDC1-42B4-B275-77F1269A201A}" dt="2020-09-18T05:49:16.178" v="185" actId="20577"/>
        <pc:sldMkLst>
          <pc:docMk/>
          <pc:sldMk cId="0" sldId="277"/>
        </pc:sldMkLst>
        <pc:spChg chg="mod">
          <ac:chgData name="Saumitra Mahajan" userId="S::1032181346@mitwpu.ac.in::2c54bc9e-63b5-4a7c-99b5-733289fc5daa" providerId="AD" clId="Web-{2ECB1059-DDC1-42B4-B275-77F1269A201A}" dt="2020-09-18T05:49:16.178" v="185" actId="20577"/>
          <ac:spMkLst>
            <pc:docMk/>
            <pc:sldMk cId="0" sldId="277"/>
            <ac:spMk id="2" creationId="{00000000-0000-0000-0000-000000000000}"/>
          </ac:spMkLst>
        </pc:spChg>
      </pc:sldChg>
      <pc:sldChg chg="modSp">
        <pc:chgData name="Saumitra Mahajan" userId="S::1032181346@mitwpu.ac.in::2c54bc9e-63b5-4a7c-99b5-733289fc5daa" providerId="AD" clId="Web-{2ECB1059-DDC1-42B4-B275-77F1269A201A}" dt="2020-09-18T05:49:25.397" v="188" actId="20577"/>
        <pc:sldMkLst>
          <pc:docMk/>
          <pc:sldMk cId="0" sldId="278"/>
        </pc:sldMkLst>
        <pc:spChg chg="mod">
          <ac:chgData name="Saumitra Mahajan" userId="S::1032181346@mitwpu.ac.in::2c54bc9e-63b5-4a7c-99b5-733289fc5daa" providerId="AD" clId="Web-{2ECB1059-DDC1-42B4-B275-77F1269A201A}" dt="2020-09-18T05:49:25.397" v="188" actId="20577"/>
          <ac:spMkLst>
            <pc:docMk/>
            <pc:sldMk cId="0" sldId="278"/>
            <ac:spMk id="2" creationId="{00000000-0000-0000-0000-000000000000}"/>
          </ac:spMkLst>
        </pc:spChg>
      </pc:sldChg>
    </pc:docChg>
  </pc:docChgLst>
  <pc:docChgLst>
    <pc:chgData name="Saumitra Mahajan" userId="S::1032181346@mitwpu.ac.in::2c54bc9e-63b5-4a7c-99b5-733289fc5daa" providerId="AD" clId="Web-{58D46A11-1956-443F-9D7E-3769FCD6E2DC}"/>
    <pc:docChg chg="modSld">
      <pc:chgData name="Saumitra Mahajan" userId="S::1032181346@mitwpu.ac.in::2c54bc9e-63b5-4a7c-99b5-733289fc5daa" providerId="AD" clId="Web-{58D46A11-1956-443F-9D7E-3769FCD6E2DC}" dt="2020-09-18T05:53:33.104" v="4" actId="14100"/>
      <pc:docMkLst>
        <pc:docMk/>
      </pc:docMkLst>
      <pc:sldChg chg="addSp delSp modSp">
        <pc:chgData name="Saumitra Mahajan" userId="S::1032181346@mitwpu.ac.in::2c54bc9e-63b5-4a7c-99b5-733289fc5daa" providerId="AD" clId="Web-{58D46A11-1956-443F-9D7E-3769FCD6E2DC}" dt="2020-09-18T05:53:33.104" v="4" actId="14100"/>
        <pc:sldMkLst>
          <pc:docMk/>
          <pc:sldMk cId="0" sldId="257"/>
        </pc:sldMkLst>
        <pc:picChg chg="del">
          <ac:chgData name="Saumitra Mahajan" userId="S::1032181346@mitwpu.ac.in::2c54bc9e-63b5-4a7c-99b5-733289fc5daa" providerId="AD" clId="Web-{58D46A11-1956-443F-9D7E-3769FCD6E2DC}" dt="2020-09-18T05:51:35.241" v="0"/>
          <ac:picMkLst>
            <pc:docMk/>
            <pc:sldMk cId="0" sldId="257"/>
            <ac:picMk id="6" creationId="{8167858A-E908-4A9C-BD44-4706D3016F80}"/>
          </ac:picMkLst>
        </pc:picChg>
        <pc:picChg chg="add mod">
          <ac:chgData name="Saumitra Mahajan" userId="S::1032181346@mitwpu.ac.in::2c54bc9e-63b5-4a7c-99b5-733289fc5daa" providerId="AD" clId="Web-{58D46A11-1956-443F-9D7E-3769FCD6E2DC}" dt="2020-09-18T05:53:33.104" v="4" actId="14100"/>
          <ac:picMkLst>
            <pc:docMk/>
            <pc:sldMk cId="0" sldId="257"/>
            <ac:picMk id="7" creationId="{FAE92A67-6403-48DF-B61A-8711D9634A95}"/>
          </ac:picMkLst>
        </pc:picChg>
      </pc:sldChg>
    </pc:docChg>
  </pc:docChgLst>
  <pc:docChgLst>
    <pc:chgData name="Sarveshwaran Mahadevan" userId="S::1032180515@mitwpu.ac.in::e5c1bd89-7080-414b-963e-f82e9bff7373" providerId="AD" clId="Web-{5ABEB930-B612-4411-A7E3-DDE3EC40677B}"/>
    <pc:docChg chg="delSld modSld addMainMaster delMainMaster">
      <pc:chgData name="Sarveshwaran Mahadevan" userId="S::1032180515@mitwpu.ac.in::e5c1bd89-7080-414b-963e-f82e9bff7373" providerId="AD" clId="Web-{5ABEB930-B612-4411-A7E3-DDE3EC40677B}" dt="2020-09-18T04:01:03.543" v="294" actId="14100"/>
      <pc:docMkLst>
        <pc:docMk/>
      </pc:docMkLst>
      <pc:sldChg chg="addSp delSp modSp mod setBg modClrScheme delDesignElem chgLayout">
        <pc:chgData name="Sarveshwaran Mahadevan" userId="S::1032180515@mitwpu.ac.in::e5c1bd89-7080-414b-963e-f82e9bff7373" providerId="AD" clId="Web-{5ABEB930-B612-4411-A7E3-DDE3EC40677B}" dt="2020-09-18T03:47:25.755" v="4"/>
        <pc:sldMkLst>
          <pc:docMk/>
          <pc:sldMk cId="0" sldId="257"/>
        </pc:sldMkLst>
        <pc:spChg chg="mod ord">
          <ac:chgData name="Sarveshwaran Mahadevan" userId="S::1032180515@mitwpu.ac.in::e5c1bd89-7080-414b-963e-f82e9bff7373" providerId="AD" clId="Web-{5ABEB930-B612-4411-A7E3-DDE3EC40677B}" dt="2020-09-18T03:47:25.755" v="4"/>
          <ac:spMkLst>
            <pc:docMk/>
            <pc:sldMk cId="0" sldId="257"/>
            <ac:spMk id="2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46:08.331" v="1"/>
          <ac:spMkLst>
            <pc:docMk/>
            <pc:sldMk cId="0" sldId="257"/>
            <ac:spMk id="3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46:08.331" v="1"/>
          <ac:spMkLst>
            <pc:docMk/>
            <pc:sldMk cId="0" sldId="257"/>
            <ac:spMk id="4" creationId="{5FAD7C5D-9721-4BB9-A158-AFE923BDB523}"/>
          </ac:spMkLst>
        </pc:spChg>
        <pc:spChg chg="mod ord">
          <ac:chgData name="Sarveshwaran Mahadevan" userId="S::1032180515@mitwpu.ac.in::e5c1bd89-7080-414b-963e-f82e9bff7373" providerId="AD" clId="Web-{5ABEB930-B612-4411-A7E3-DDE3EC40677B}" dt="2020-09-18T03:46:08.331" v="1"/>
          <ac:spMkLst>
            <pc:docMk/>
            <pc:sldMk cId="0" sldId="257"/>
            <ac:spMk id="8" creationId="{F161002F-192B-4C97-8F2E-C3D171BC7CB5}"/>
          </ac:spMkLst>
        </pc:spChg>
        <pc:spChg chg="add del">
          <ac:chgData name="Sarveshwaran Mahadevan" userId="S::1032180515@mitwpu.ac.in::e5c1bd89-7080-414b-963e-f82e9bff7373" providerId="AD" clId="Web-{5ABEB930-B612-4411-A7E3-DDE3EC40677B}" dt="2020-09-18T03:47:25.755" v="4"/>
          <ac:spMkLst>
            <pc:docMk/>
            <pc:sldMk cId="0" sldId="257"/>
            <ac:spMk id="17" creationId="{7BA5DE79-30D1-4A10-8DB9-0A6E523A9723}"/>
          </ac:spMkLst>
        </pc:spChg>
        <pc:spChg chg="add del">
          <ac:chgData name="Sarveshwaran Mahadevan" userId="S::1032180515@mitwpu.ac.in::e5c1bd89-7080-414b-963e-f82e9bff7373" providerId="AD" clId="Web-{5ABEB930-B612-4411-A7E3-DDE3EC40677B}" dt="2020-09-18T03:47:25.755" v="4"/>
          <ac:spMkLst>
            <pc:docMk/>
            <pc:sldMk cId="0" sldId="257"/>
            <ac:spMk id="19" creationId="{9ABD0D63-D23F-4AE7-8270-4185EF9C1C25}"/>
          </ac:spMkLst>
        </pc:spChg>
        <pc:spChg chg="add del">
          <ac:chgData name="Sarveshwaran Mahadevan" userId="S::1032180515@mitwpu.ac.in::e5c1bd89-7080-414b-963e-f82e9bff7373" providerId="AD" clId="Web-{5ABEB930-B612-4411-A7E3-DDE3EC40677B}" dt="2020-09-18T03:47:25.755" v="4"/>
          <ac:spMkLst>
            <pc:docMk/>
            <pc:sldMk cId="0" sldId="257"/>
            <ac:spMk id="21" creationId="{D5B0B43F-2CE7-4C6C-BABC-EE342B32827C}"/>
          </ac:spMkLst>
        </pc:spChg>
        <pc:spChg chg="add del">
          <ac:chgData name="Sarveshwaran Mahadevan" userId="S::1032180515@mitwpu.ac.in::e5c1bd89-7080-414b-963e-f82e9bff7373" providerId="AD" clId="Web-{5ABEB930-B612-4411-A7E3-DDE3EC40677B}" dt="2020-09-18T03:47:25.755" v="4"/>
          <ac:spMkLst>
            <pc:docMk/>
            <pc:sldMk cId="0" sldId="257"/>
            <ac:spMk id="23" creationId="{85459F07-63F9-48CF-B725-A873C4BC3650}"/>
          </ac:spMkLst>
        </pc:spChg>
        <pc:spChg chg="add del">
          <ac:chgData name="Sarveshwaran Mahadevan" userId="S::1032180515@mitwpu.ac.in::e5c1bd89-7080-414b-963e-f82e9bff7373" providerId="AD" clId="Web-{5ABEB930-B612-4411-A7E3-DDE3EC40677B}" dt="2020-09-18T03:47:25.755" v="4"/>
          <ac:spMkLst>
            <pc:docMk/>
            <pc:sldMk cId="0" sldId="257"/>
            <ac:spMk id="25" creationId="{14B83E1E-DAC1-4851-84FF-D6FE1649DE0B}"/>
          </ac:spMkLst>
        </pc:spChg>
        <pc:spChg chg="add del">
          <ac:chgData name="Sarveshwaran Mahadevan" userId="S::1032180515@mitwpu.ac.in::e5c1bd89-7080-414b-963e-f82e9bff7373" providerId="AD" clId="Web-{5ABEB930-B612-4411-A7E3-DDE3EC40677B}" dt="2020-09-18T03:47:25.755" v="4"/>
          <ac:spMkLst>
            <pc:docMk/>
            <pc:sldMk cId="0" sldId="257"/>
            <ac:spMk id="27" creationId="{8F3CF990-ACB8-443A-BB74-D36EC8A00B02}"/>
          </ac:spMkLst>
        </pc:spChg>
        <pc:spChg chg="add del">
          <ac:chgData name="Sarveshwaran Mahadevan" userId="S::1032180515@mitwpu.ac.in::e5c1bd89-7080-414b-963e-f82e9bff7373" providerId="AD" clId="Web-{5ABEB930-B612-4411-A7E3-DDE3EC40677B}" dt="2020-09-18T03:47:25.755" v="4"/>
          <ac:spMkLst>
            <pc:docMk/>
            <pc:sldMk cId="0" sldId="257"/>
            <ac:spMk id="29" creationId="{2601900C-265D-4146-A578-477541E3DF28}"/>
          </ac:spMkLst>
        </pc:spChg>
        <pc:spChg chg="add del">
          <ac:chgData name="Sarveshwaran Mahadevan" userId="S::1032180515@mitwpu.ac.in::e5c1bd89-7080-414b-963e-f82e9bff7373" providerId="AD" clId="Web-{5ABEB930-B612-4411-A7E3-DDE3EC40677B}" dt="2020-09-18T03:47:25.755" v="4"/>
          <ac:spMkLst>
            <pc:docMk/>
            <pc:sldMk cId="0" sldId="257"/>
            <ac:spMk id="33" creationId="{65F94F98-3A57-49AA-838E-91AAF600B6EE}"/>
          </ac:spMkLst>
        </pc:spChg>
        <pc:spChg chg="add del">
          <ac:chgData name="Sarveshwaran Mahadevan" userId="S::1032180515@mitwpu.ac.in::e5c1bd89-7080-414b-963e-f82e9bff7373" providerId="AD" clId="Web-{5ABEB930-B612-4411-A7E3-DDE3EC40677B}" dt="2020-09-18T03:47:25.755" v="4"/>
          <ac:spMkLst>
            <pc:docMk/>
            <pc:sldMk cId="0" sldId="257"/>
            <ac:spMk id="37" creationId="{41F8C064-2DC5-4758-B49C-76BFF64052AF}"/>
          </ac:spMkLst>
        </pc:spChg>
        <pc:spChg chg="add del">
          <ac:chgData name="Sarveshwaran Mahadevan" userId="S::1032180515@mitwpu.ac.in::e5c1bd89-7080-414b-963e-f82e9bff7373" providerId="AD" clId="Web-{5ABEB930-B612-4411-A7E3-DDE3EC40677B}" dt="2020-09-18T03:47:25.755" v="4"/>
          <ac:spMkLst>
            <pc:docMk/>
            <pc:sldMk cId="0" sldId="257"/>
            <ac:spMk id="39" creationId="{FBD68200-BC03-4015-860B-CD5C30CD76B8}"/>
          </ac:spMkLst>
        </pc:spChg>
        <pc:spChg chg="add del">
          <ac:chgData name="Sarveshwaran Mahadevan" userId="S::1032180515@mitwpu.ac.in::e5c1bd89-7080-414b-963e-f82e9bff7373" providerId="AD" clId="Web-{5ABEB930-B612-4411-A7E3-DDE3EC40677B}" dt="2020-09-18T03:47:25.755" v="4"/>
          <ac:spMkLst>
            <pc:docMk/>
            <pc:sldMk cId="0" sldId="257"/>
            <ac:spMk id="41" creationId="{A0B5529D-5CAA-4BF2-B5C9-34705E7661F9}"/>
          </ac:spMkLst>
        </pc:spChg>
        <pc:spChg chg="add del">
          <ac:chgData name="Sarveshwaran Mahadevan" userId="S::1032180515@mitwpu.ac.in::e5c1bd89-7080-414b-963e-f82e9bff7373" providerId="AD" clId="Web-{5ABEB930-B612-4411-A7E3-DDE3EC40677B}" dt="2020-09-18T03:47:25.755" v="4"/>
          <ac:spMkLst>
            <pc:docMk/>
            <pc:sldMk cId="0" sldId="257"/>
            <ac:spMk id="43" creationId="{332A6F87-AC28-4AA8-B8A6-AEBC67BD0D64}"/>
          </ac:spMkLst>
        </pc:spChg>
        <pc:picChg chg="add del">
          <ac:chgData name="Sarveshwaran Mahadevan" userId="S::1032180515@mitwpu.ac.in::e5c1bd89-7080-414b-963e-f82e9bff7373" providerId="AD" clId="Web-{5ABEB930-B612-4411-A7E3-DDE3EC40677B}" dt="2020-09-18T03:47:25.755" v="4"/>
          <ac:picMkLst>
            <pc:docMk/>
            <pc:sldMk cId="0" sldId="257"/>
            <ac:picMk id="13" creationId="{3DBBA26C-89C3-411F-9753-606A413F89AF}"/>
          </ac:picMkLst>
        </pc:picChg>
        <pc:picChg chg="add del">
          <ac:chgData name="Sarveshwaran Mahadevan" userId="S::1032180515@mitwpu.ac.in::e5c1bd89-7080-414b-963e-f82e9bff7373" providerId="AD" clId="Web-{5ABEB930-B612-4411-A7E3-DDE3EC40677B}" dt="2020-09-18T03:47:25.755" v="4"/>
          <ac:picMkLst>
            <pc:docMk/>
            <pc:sldMk cId="0" sldId="257"/>
            <ac:picMk id="15" creationId="{EEAD2215-6311-4D1C-B6B5-F57CB6BFCBCA}"/>
          </ac:picMkLst>
        </pc:picChg>
        <pc:picChg chg="add del">
          <ac:chgData name="Sarveshwaran Mahadevan" userId="S::1032180515@mitwpu.ac.in::e5c1bd89-7080-414b-963e-f82e9bff7373" providerId="AD" clId="Web-{5ABEB930-B612-4411-A7E3-DDE3EC40677B}" dt="2020-09-18T03:47:25.755" v="4"/>
          <ac:picMkLst>
            <pc:docMk/>
            <pc:sldMk cId="0" sldId="257"/>
            <ac:picMk id="31" creationId="{00B98862-BEE1-44FB-A335-A1B9106B445E}"/>
          </ac:picMkLst>
        </pc:picChg>
        <pc:picChg chg="add del">
          <ac:chgData name="Sarveshwaran Mahadevan" userId="S::1032180515@mitwpu.ac.in::e5c1bd89-7080-414b-963e-f82e9bff7373" providerId="AD" clId="Web-{5ABEB930-B612-4411-A7E3-DDE3EC40677B}" dt="2020-09-18T03:47:25.755" v="4"/>
          <ac:picMkLst>
            <pc:docMk/>
            <pc:sldMk cId="0" sldId="257"/>
            <ac:picMk id="35" creationId="{7185CF21-0594-48C0-9F3E-254D6BCE9D9B}"/>
          </ac:picMkLst>
        </pc:picChg>
      </pc:sldChg>
      <pc:sldChg chg="addSp modSp mod setBg modClrScheme chgLayout">
        <pc:chgData name="Sarveshwaran Mahadevan" userId="S::1032180515@mitwpu.ac.in::e5c1bd89-7080-414b-963e-f82e9bff7373" providerId="AD" clId="Web-{5ABEB930-B612-4411-A7E3-DDE3EC40677B}" dt="2020-09-18T03:52:55.920" v="72" actId="1076"/>
        <pc:sldMkLst>
          <pc:docMk/>
          <pc:sldMk cId="0" sldId="259"/>
        </pc:sldMkLst>
        <pc:spChg chg="mod ord">
          <ac:chgData name="Sarveshwaran Mahadevan" userId="S::1032180515@mitwpu.ac.in::e5c1bd89-7080-414b-963e-f82e9bff7373" providerId="AD" clId="Web-{5ABEB930-B612-4411-A7E3-DDE3EC40677B}" dt="2020-09-18T03:47:51.740" v="8"/>
          <ac:spMkLst>
            <pc:docMk/>
            <pc:sldMk cId="0" sldId="259"/>
            <ac:spMk id="2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52:55.920" v="72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47:51.740" v="8"/>
          <ac:spMkLst>
            <pc:docMk/>
            <pc:sldMk cId="0" sldId="259"/>
            <ac:spMk id="4" creationId="{00000000-0000-0000-0000-000000000000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47:51.740" v="8"/>
          <ac:spMkLst>
            <pc:docMk/>
            <pc:sldMk cId="0" sldId="259"/>
            <ac:spMk id="9" creationId="{5DB23C2B-2054-4D8B-9E98-9190F8E05EAD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47:51.740" v="8"/>
          <ac:spMkLst>
            <pc:docMk/>
            <pc:sldMk cId="0" sldId="259"/>
            <ac:spMk id="11" creationId="{8797B5BC-9873-45F9-97D6-298FB5AF08FF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47:51.740" v="8"/>
          <ac:spMkLst>
            <pc:docMk/>
            <pc:sldMk cId="0" sldId="259"/>
            <ac:spMk id="13" creationId="{665C2FCD-09A4-4B4B-AA73-F330DFE91799}"/>
          </ac:spMkLst>
        </pc:spChg>
      </pc:sldChg>
      <pc:sldChg chg="addSp modSp mod setBg modClrScheme chgLayout">
        <pc:chgData name="Sarveshwaran Mahadevan" userId="S::1032180515@mitwpu.ac.in::e5c1bd89-7080-414b-963e-f82e9bff7373" providerId="AD" clId="Web-{5ABEB930-B612-4411-A7E3-DDE3EC40677B}" dt="2020-09-18T03:49:10.492" v="18" actId="1076"/>
        <pc:sldMkLst>
          <pc:docMk/>
          <pc:sldMk cId="0" sldId="260"/>
        </pc:sldMkLst>
        <pc:spChg chg="mod ord">
          <ac:chgData name="Sarveshwaran Mahadevan" userId="S::1032180515@mitwpu.ac.in::e5c1bd89-7080-414b-963e-f82e9bff7373" providerId="AD" clId="Web-{5ABEB930-B612-4411-A7E3-DDE3EC40677B}" dt="2020-09-18T03:47:57.662" v="9"/>
          <ac:spMkLst>
            <pc:docMk/>
            <pc:sldMk cId="0" sldId="260"/>
            <ac:spMk id="2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49:10.492" v="18" actId="1076"/>
          <ac:spMkLst>
            <pc:docMk/>
            <pc:sldMk cId="0" sldId="260"/>
            <ac:spMk id="3" creationId="{00000000-0000-0000-0000-000000000000}"/>
          </ac:spMkLst>
        </pc:spChg>
        <pc:spChg chg="mod ord">
          <ac:chgData name="Sarveshwaran Mahadevan" userId="S::1032180515@mitwpu.ac.in::e5c1bd89-7080-414b-963e-f82e9bff7373" providerId="AD" clId="Web-{5ABEB930-B612-4411-A7E3-DDE3EC40677B}" dt="2020-09-18T03:48:59.304" v="15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47:57.662" v="9"/>
          <ac:spMkLst>
            <pc:docMk/>
            <pc:sldMk cId="0" sldId="260"/>
            <ac:spMk id="6" creationId="{00000000-0000-0000-0000-000000000000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47:57.662" v="9"/>
          <ac:spMkLst>
            <pc:docMk/>
            <pc:sldMk cId="0" sldId="260"/>
            <ac:spMk id="11" creationId="{5DB23C2B-2054-4D8B-9E98-9190F8E05EAD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47:57.662" v="9"/>
          <ac:spMkLst>
            <pc:docMk/>
            <pc:sldMk cId="0" sldId="260"/>
            <ac:spMk id="13" creationId="{8797B5BC-9873-45F9-97D6-298FB5AF08FF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47:57.662" v="9"/>
          <ac:spMkLst>
            <pc:docMk/>
            <pc:sldMk cId="0" sldId="260"/>
            <ac:spMk id="15" creationId="{665C2FCD-09A4-4B4B-AA73-F330DFE91799}"/>
          </ac:spMkLst>
        </pc:spChg>
      </pc:sldChg>
      <pc:sldChg chg="addSp modSp mod setBg modClrScheme chgLayout">
        <pc:chgData name="Sarveshwaran Mahadevan" userId="S::1032180515@mitwpu.ac.in::e5c1bd89-7080-414b-963e-f82e9bff7373" providerId="AD" clId="Web-{5ABEB930-B612-4411-A7E3-DDE3EC40677B}" dt="2020-09-18T03:47:46.756" v="7"/>
        <pc:sldMkLst>
          <pc:docMk/>
          <pc:sldMk cId="0" sldId="261"/>
        </pc:sldMkLst>
        <pc:spChg chg="mod ord">
          <ac:chgData name="Sarveshwaran Mahadevan" userId="S::1032180515@mitwpu.ac.in::e5c1bd89-7080-414b-963e-f82e9bff7373" providerId="AD" clId="Web-{5ABEB930-B612-4411-A7E3-DDE3EC40677B}" dt="2020-09-18T03:47:46.756" v="7"/>
          <ac:spMkLst>
            <pc:docMk/>
            <pc:sldMk cId="0" sldId="261"/>
            <ac:spMk id="2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47:46.756" v="7"/>
          <ac:spMkLst>
            <pc:docMk/>
            <pc:sldMk cId="0" sldId="261"/>
            <ac:spMk id="3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47:46.756" v="7"/>
          <ac:spMkLst>
            <pc:docMk/>
            <pc:sldMk cId="0" sldId="261"/>
            <ac:spMk id="4" creationId="{00000000-0000-0000-0000-000000000000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47:46.756" v="7"/>
          <ac:spMkLst>
            <pc:docMk/>
            <pc:sldMk cId="0" sldId="261"/>
            <ac:spMk id="9" creationId="{5DB23C2B-2054-4D8B-9E98-9190F8E05EAD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47:46.756" v="7"/>
          <ac:spMkLst>
            <pc:docMk/>
            <pc:sldMk cId="0" sldId="261"/>
            <ac:spMk id="11" creationId="{8797B5BC-9873-45F9-97D6-298FB5AF08FF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47:46.756" v="7"/>
          <ac:spMkLst>
            <pc:docMk/>
            <pc:sldMk cId="0" sldId="261"/>
            <ac:spMk id="13" creationId="{665C2FCD-09A4-4B4B-AA73-F330DFE91799}"/>
          </ac:spMkLst>
        </pc:spChg>
      </pc:sldChg>
      <pc:sldChg chg="addSp modSp mod setBg modClrScheme chgLayout">
        <pc:chgData name="Sarveshwaran Mahadevan" userId="S::1032180515@mitwpu.ac.in::e5c1bd89-7080-414b-963e-f82e9bff7373" providerId="AD" clId="Web-{5ABEB930-B612-4411-A7E3-DDE3EC40677B}" dt="2020-09-18T03:49:29.071" v="23" actId="20577"/>
        <pc:sldMkLst>
          <pc:docMk/>
          <pc:sldMk cId="0" sldId="262"/>
        </pc:sldMkLst>
        <pc:spChg chg="mod ord">
          <ac:chgData name="Sarveshwaran Mahadevan" userId="S::1032180515@mitwpu.ac.in::e5c1bd89-7080-414b-963e-f82e9bff7373" providerId="AD" clId="Web-{5ABEB930-B612-4411-A7E3-DDE3EC40677B}" dt="2020-09-18T03:49:17.992" v="19"/>
          <ac:spMkLst>
            <pc:docMk/>
            <pc:sldMk cId="0" sldId="262"/>
            <ac:spMk id="2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49:29.071" v="23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49:22.696" v="20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49:17.992" v="19"/>
          <ac:spMkLst>
            <pc:docMk/>
            <pc:sldMk cId="0" sldId="262"/>
            <ac:spMk id="6" creationId="{00000000-0000-0000-0000-000000000000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49:17.992" v="19"/>
          <ac:spMkLst>
            <pc:docMk/>
            <pc:sldMk cId="0" sldId="262"/>
            <ac:spMk id="11" creationId="{5DB23C2B-2054-4D8B-9E98-9190F8E05EAD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49:17.992" v="19"/>
          <ac:spMkLst>
            <pc:docMk/>
            <pc:sldMk cId="0" sldId="262"/>
            <ac:spMk id="13" creationId="{8797B5BC-9873-45F9-97D6-298FB5AF08FF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49:17.992" v="19"/>
          <ac:spMkLst>
            <pc:docMk/>
            <pc:sldMk cId="0" sldId="262"/>
            <ac:spMk id="15" creationId="{665C2FCD-09A4-4B4B-AA73-F330DFE91799}"/>
          </ac:spMkLst>
        </pc:spChg>
      </pc:sldChg>
      <pc:sldChg chg="addSp modSp mod setBg modClrScheme chgLayout">
        <pc:chgData name="Sarveshwaran Mahadevan" userId="S::1032180515@mitwpu.ac.in::e5c1bd89-7080-414b-963e-f82e9bff7373" providerId="AD" clId="Web-{5ABEB930-B612-4411-A7E3-DDE3EC40677B}" dt="2020-09-18T03:52:40.467" v="65" actId="20577"/>
        <pc:sldMkLst>
          <pc:docMk/>
          <pc:sldMk cId="0" sldId="263"/>
        </pc:sldMkLst>
        <pc:spChg chg="mod ord">
          <ac:chgData name="Sarveshwaran Mahadevan" userId="S::1032180515@mitwpu.ac.in::e5c1bd89-7080-414b-963e-f82e9bff7373" providerId="AD" clId="Web-{5ABEB930-B612-4411-A7E3-DDE3EC40677B}" dt="2020-09-18T03:49:33.180" v="25"/>
          <ac:spMkLst>
            <pc:docMk/>
            <pc:sldMk cId="0" sldId="263"/>
            <ac:spMk id="2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52:40.467" v="65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49:33.180" v="25"/>
          <ac:spMkLst>
            <pc:docMk/>
            <pc:sldMk cId="0" sldId="263"/>
            <ac:spMk id="4" creationId="{00000000-0000-0000-0000-000000000000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49:33.180" v="25"/>
          <ac:spMkLst>
            <pc:docMk/>
            <pc:sldMk cId="0" sldId="263"/>
            <ac:spMk id="9" creationId="{5DB23C2B-2054-4D8B-9E98-9190F8E05EAD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49:33.180" v="25"/>
          <ac:spMkLst>
            <pc:docMk/>
            <pc:sldMk cId="0" sldId="263"/>
            <ac:spMk id="11" creationId="{8797B5BC-9873-45F9-97D6-298FB5AF08FF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49:33.180" v="25"/>
          <ac:spMkLst>
            <pc:docMk/>
            <pc:sldMk cId="0" sldId="263"/>
            <ac:spMk id="13" creationId="{665C2FCD-09A4-4B4B-AA73-F330DFE91799}"/>
          </ac:spMkLst>
        </pc:spChg>
      </pc:sldChg>
      <pc:sldChg chg="addSp modSp mod setBg modClrScheme chgLayout">
        <pc:chgData name="Sarveshwaran Mahadevan" userId="S::1032180515@mitwpu.ac.in::e5c1bd89-7080-414b-963e-f82e9bff7373" providerId="AD" clId="Web-{5ABEB930-B612-4411-A7E3-DDE3EC40677B}" dt="2020-09-18T03:51:02.245" v="47"/>
        <pc:sldMkLst>
          <pc:docMk/>
          <pc:sldMk cId="0" sldId="264"/>
        </pc:sldMkLst>
        <pc:spChg chg="mod ord">
          <ac:chgData name="Sarveshwaran Mahadevan" userId="S::1032180515@mitwpu.ac.in::e5c1bd89-7080-414b-963e-f82e9bff7373" providerId="AD" clId="Web-{5ABEB930-B612-4411-A7E3-DDE3EC40677B}" dt="2020-09-18T03:49:39.602" v="26"/>
          <ac:spMkLst>
            <pc:docMk/>
            <pc:sldMk cId="0" sldId="264"/>
            <ac:spMk id="2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50:01.587" v="31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50:57.980" v="45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51:00.855" v="46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49:39.602" v="26"/>
          <ac:spMkLst>
            <pc:docMk/>
            <pc:sldMk cId="0" sldId="264"/>
            <ac:spMk id="6" creationId="{00000000-0000-0000-0000-000000000000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50:45.557" v="43"/>
          <ac:spMkLst>
            <pc:docMk/>
            <pc:sldMk cId="0" sldId="264"/>
            <ac:spMk id="7" creationId="{7F169609-CACA-4279-8F63-6ACC82C2C65D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51:02.245" v="47"/>
          <ac:spMkLst>
            <pc:docMk/>
            <pc:sldMk cId="0" sldId="264"/>
            <ac:spMk id="8" creationId="{E21EC87B-CE24-47A0-AB04-F33A5134BAA0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49:39.602" v="26"/>
          <ac:spMkLst>
            <pc:docMk/>
            <pc:sldMk cId="0" sldId="264"/>
            <ac:spMk id="11" creationId="{5DB23C2B-2054-4D8B-9E98-9190F8E05EAD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49:39.602" v="26"/>
          <ac:spMkLst>
            <pc:docMk/>
            <pc:sldMk cId="0" sldId="264"/>
            <ac:spMk id="13" creationId="{8797B5BC-9873-45F9-97D6-298FB5AF08FF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49:39.602" v="26"/>
          <ac:spMkLst>
            <pc:docMk/>
            <pc:sldMk cId="0" sldId="264"/>
            <ac:spMk id="15" creationId="{665C2FCD-09A4-4B4B-AA73-F330DFE91799}"/>
          </ac:spMkLst>
        </pc:spChg>
      </pc:sldChg>
      <pc:sldChg chg="addSp modSp mod setBg modClrScheme chgLayout">
        <pc:chgData name="Sarveshwaran Mahadevan" userId="S::1032180515@mitwpu.ac.in::e5c1bd89-7080-414b-963e-f82e9bff7373" providerId="AD" clId="Web-{5ABEB930-B612-4411-A7E3-DDE3EC40677B}" dt="2020-09-18T03:51:17.949" v="50" actId="20577"/>
        <pc:sldMkLst>
          <pc:docMk/>
          <pc:sldMk cId="0" sldId="265"/>
        </pc:sldMkLst>
        <pc:spChg chg="mod ord">
          <ac:chgData name="Sarveshwaran Mahadevan" userId="S::1032180515@mitwpu.ac.in::e5c1bd89-7080-414b-963e-f82e9bff7373" providerId="AD" clId="Web-{5ABEB930-B612-4411-A7E3-DDE3EC40677B}" dt="2020-09-18T03:50:11.228" v="33"/>
          <ac:spMkLst>
            <pc:docMk/>
            <pc:sldMk cId="0" sldId="265"/>
            <ac:spMk id="2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51:17.949" v="50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50:11.228" v="33"/>
          <ac:spMkLst>
            <pc:docMk/>
            <pc:sldMk cId="0" sldId="265"/>
            <ac:spMk id="4" creationId="{00000000-0000-0000-0000-000000000000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50:11.228" v="33"/>
          <ac:spMkLst>
            <pc:docMk/>
            <pc:sldMk cId="0" sldId="265"/>
            <ac:spMk id="9" creationId="{5DB23C2B-2054-4D8B-9E98-9190F8E05EAD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50:11.228" v="33"/>
          <ac:spMkLst>
            <pc:docMk/>
            <pc:sldMk cId="0" sldId="265"/>
            <ac:spMk id="11" creationId="{8797B5BC-9873-45F9-97D6-298FB5AF08FF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50:11.228" v="33"/>
          <ac:spMkLst>
            <pc:docMk/>
            <pc:sldMk cId="0" sldId="265"/>
            <ac:spMk id="13" creationId="{665C2FCD-09A4-4B4B-AA73-F330DFE91799}"/>
          </ac:spMkLst>
        </pc:spChg>
      </pc:sldChg>
      <pc:sldChg chg="addSp delSp modSp mod setBg modClrScheme chgLayout">
        <pc:chgData name="Sarveshwaran Mahadevan" userId="S::1032180515@mitwpu.ac.in::e5c1bd89-7080-414b-963e-f82e9bff7373" providerId="AD" clId="Web-{5ABEB930-B612-4411-A7E3-DDE3EC40677B}" dt="2020-09-18T03:53:17.608" v="76" actId="1076"/>
        <pc:sldMkLst>
          <pc:docMk/>
          <pc:sldMk cId="0" sldId="266"/>
        </pc:sldMkLst>
        <pc:spChg chg="mod ord">
          <ac:chgData name="Sarveshwaran Mahadevan" userId="S::1032180515@mitwpu.ac.in::e5c1bd89-7080-414b-963e-f82e9bff7373" providerId="AD" clId="Web-{5ABEB930-B612-4411-A7E3-DDE3EC40677B}" dt="2020-09-18T03:51:23.371" v="52"/>
          <ac:spMkLst>
            <pc:docMk/>
            <pc:sldMk cId="0" sldId="266"/>
            <ac:spMk id="2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53:16.187" v="75" actId="14100"/>
          <ac:spMkLst>
            <pc:docMk/>
            <pc:sldMk cId="0" sldId="266"/>
            <ac:spMk id="3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53:17.608" v="76" actId="1076"/>
          <ac:spMkLst>
            <pc:docMk/>
            <pc:sldMk cId="0" sldId="266"/>
            <ac:spMk id="4" creationId="{00000000-0000-0000-0000-000000000000}"/>
          </ac:spMkLst>
        </pc:spChg>
        <pc:spChg chg="del mod">
          <ac:chgData name="Sarveshwaran Mahadevan" userId="S::1032180515@mitwpu.ac.in::e5c1bd89-7080-414b-963e-f82e9bff7373" providerId="AD" clId="Web-{5ABEB930-B612-4411-A7E3-DDE3EC40677B}" dt="2020-09-18T03:51:29.715" v="55"/>
          <ac:spMkLst>
            <pc:docMk/>
            <pc:sldMk cId="0" sldId="266"/>
            <ac:spMk id="5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51:23.371" v="52"/>
          <ac:spMkLst>
            <pc:docMk/>
            <pc:sldMk cId="0" sldId="266"/>
            <ac:spMk id="6" creationId="{00000000-0000-0000-0000-000000000000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51:23.371" v="52"/>
          <ac:spMkLst>
            <pc:docMk/>
            <pc:sldMk cId="0" sldId="266"/>
            <ac:spMk id="11" creationId="{5DB23C2B-2054-4D8B-9E98-9190F8E05EAD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51:23.371" v="52"/>
          <ac:spMkLst>
            <pc:docMk/>
            <pc:sldMk cId="0" sldId="266"/>
            <ac:spMk id="13" creationId="{8797B5BC-9873-45F9-97D6-298FB5AF08FF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51:23.371" v="52"/>
          <ac:spMkLst>
            <pc:docMk/>
            <pc:sldMk cId="0" sldId="266"/>
            <ac:spMk id="15" creationId="{665C2FCD-09A4-4B4B-AA73-F330DFE91799}"/>
          </ac:spMkLst>
        </pc:spChg>
      </pc:sldChg>
      <pc:sldChg chg="addSp modSp mod setBg modClrScheme chgLayout">
        <pc:chgData name="Sarveshwaran Mahadevan" userId="S::1032180515@mitwpu.ac.in::e5c1bd89-7080-414b-963e-f82e9bff7373" providerId="AD" clId="Web-{5ABEB930-B612-4411-A7E3-DDE3EC40677B}" dt="2020-09-18T03:53:36.468" v="81" actId="20577"/>
        <pc:sldMkLst>
          <pc:docMk/>
          <pc:sldMk cId="0" sldId="267"/>
        </pc:sldMkLst>
        <pc:spChg chg="mod ord">
          <ac:chgData name="Sarveshwaran Mahadevan" userId="S::1032180515@mitwpu.ac.in::e5c1bd89-7080-414b-963e-f82e9bff7373" providerId="AD" clId="Web-{5ABEB930-B612-4411-A7E3-DDE3EC40677B}" dt="2020-09-18T03:53:21.171" v="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53:36.468" v="81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53:21.171" v="77"/>
          <ac:spMkLst>
            <pc:docMk/>
            <pc:sldMk cId="0" sldId="267"/>
            <ac:spMk id="4" creationId="{00000000-0000-0000-0000-000000000000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53:21.171" v="77"/>
          <ac:spMkLst>
            <pc:docMk/>
            <pc:sldMk cId="0" sldId="267"/>
            <ac:spMk id="9" creationId="{5DB23C2B-2054-4D8B-9E98-9190F8E05EAD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53:21.171" v="77"/>
          <ac:spMkLst>
            <pc:docMk/>
            <pc:sldMk cId="0" sldId="267"/>
            <ac:spMk id="11" creationId="{8797B5BC-9873-45F9-97D6-298FB5AF08FF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53:21.171" v="77"/>
          <ac:spMkLst>
            <pc:docMk/>
            <pc:sldMk cId="0" sldId="267"/>
            <ac:spMk id="13" creationId="{665C2FCD-09A4-4B4B-AA73-F330DFE91799}"/>
          </ac:spMkLst>
        </pc:spChg>
      </pc:sldChg>
      <pc:sldChg chg="mod modClrScheme chgLayout">
        <pc:chgData name="Sarveshwaran Mahadevan" userId="S::1032180515@mitwpu.ac.in::e5c1bd89-7080-414b-963e-f82e9bff7373" providerId="AD" clId="Web-{5ABEB930-B612-4411-A7E3-DDE3EC40677B}" dt="2020-09-18T03:47:25.755" v="4"/>
        <pc:sldMkLst>
          <pc:docMk/>
          <pc:sldMk cId="0" sldId="268"/>
        </pc:sldMkLst>
      </pc:sldChg>
      <pc:sldChg chg="modSp mod modClrScheme chgLayout">
        <pc:chgData name="Sarveshwaran Mahadevan" userId="S::1032180515@mitwpu.ac.in::e5c1bd89-7080-414b-963e-f82e9bff7373" providerId="AD" clId="Web-{5ABEB930-B612-4411-A7E3-DDE3EC40677B}" dt="2020-09-18T03:54:28.220" v="91" actId="1076"/>
        <pc:sldMkLst>
          <pc:docMk/>
          <pc:sldMk cId="0" sldId="269"/>
        </pc:sldMkLst>
        <pc:spChg chg="mod ord">
          <ac:chgData name="Sarveshwaran Mahadevan" userId="S::1032180515@mitwpu.ac.in::e5c1bd89-7080-414b-963e-f82e9bff7373" providerId="AD" clId="Web-{5ABEB930-B612-4411-A7E3-DDE3EC40677B}" dt="2020-09-18T03:54:28.220" v="91" actId="1076"/>
          <ac:spMkLst>
            <pc:docMk/>
            <pc:sldMk cId="0" sldId="269"/>
            <ac:spMk id="2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54:19.173" v="90" actId="1076"/>
          <ac:spMkLst>
            <pc:docMk/>
            <pc:sldMk cId="0" sldId="269"/>
            <ac:spMk id="3" creationId="{00000000-0000-0000-0000-000000000000}"/>
          </ac:spMkLst>
        </pc:spChg>
      </pc:sldChg>
      <pc:sldChg chg="modSp mod modClrScheme chgLayout">
        <pc:chgData name="Sarveshwaran Mahadevan" userId="S::1032180515@mitwpu.ac.in::e5c1bd89-7080-414b-963e-f82e9bff7373" providerId="AD" clId="Web-{5ABEB930-B612-4411-A7E3-DDE3EC40677B}" dt="2020-09-18T03:47:25.755" v="4"/>
        <pc:sldMkLst>
          <pc:docMk/>
          <pc:sldMk cId="0" sldId="270"/>
        </pc:sldMkLst>
        <pc:spChg chg="mod ord">
          <ac:chgData name="Sarveshwaran Mahadevan" userId="S::1032180515@mitwpu.ac.in::e5c1bd89-7080-414b-963e-f82e9bff7373" providerId="AD" clId="Web-{5ABEB930-B612-4411-A7E3-DDE3EC40677B}" dt="2020-09-18T03:47:25.755" v="4"/>
          <ac:spMkLst>
            <pc:docMk/>
            <pc:sldMk cId="0" sldId="270"/>
            <ac:spMk id="2" creationId="{00000000-0000-0000-0000-000000000000}"/>
          </ac:spMkLst>
        </pc:spChg>
      </pc:sldChg>
      <pc:sldChg chg="modSp mod modClrScheme chgLayout">
        <pc:chgData name="Sarveshwaran Mahadevan" userId="S::1032180515@mitwpu.ac.in::e5c1bd89-7080-414b-963e-f82e9bff7373" providerId="AD" clId="Web-{5ABEB930-B612-4411-A7E3-DDE3EC40677B}" dt="2020-09-18T03:47:25.755" v="4"/>
        <pc:sldMkLst>
          <pc:docMk/>
          <pc:sldMk cId="0" sldId="271"/>
        </pc:sldMkLst>
        <pc:spChg chg="mod ord">
          <ac:chgData name="Sarveshwaran Mahadevan" userId="S::1032180515@mitwpu.ac.in::e5c1bd89-7080-414b-963e-f82e9bff7373" providerId="AD" clId="Web-{5ABEB930-B612-4411-A7E3-DDE3EC40677B}" dt="2020-09-18T03:47:25.755" v="4"/>
          <ac:spMkLst>
            <pc:docMk/>
            <pc:sldMk cId="0" sldId="271"/>
            <ac:spMk id="2" creationId="{00000000-0000-0000-0000-000000000000}"/>
          </ac:spMkLst>
        </pc:spChg>
      </pc:sldChg>
      <pc:sldChg chg="modSp mod modClrScheme chgLayout">
        <pc:chgData name="Sarveshwaran Mahadevan" userId="S::1032180515@mitwpu.ac.in::e5c1bd89-7080-414b-963e-f82e9bff7373" providerId="AD" clId="Web-{5ABEB930-B612-4411-A7E3-DDE3EC40677B}" dt="2020-09-18T03:47:25.755" v="4"/>
        <pc:sldMkLst>
          <pc:docMk/>
          <pc:sldMk cId="0" sldId="272"/>
        </pc:sldMkLst>
        <pc:spChg chg="mod ord">
          <ac:chgData name="Sarveshwaran Mahadevan" userId="S::1032180515@mitwpu.ac.in::e5c1bd89-7080-414b-963e-f82e9bff7373" providerId="AD" clId="Web-{5ABEB930-B612-4411-A7E3-DDE3EC40677B}" dt="2020-09-18T03:47:25.755" v="4"/>
          <ac:spMkLst>
            <pc:docMk/>
            <pc:sldMk cId="0" sldId="272"/>
            <ac:spMk id="2" creationId="{00000000-0000-0000-0000-000000000000}"/>
          </ac:spMkLst>
        </pc:spChg>
      </pc:sldChg>
      <pc:sldChg chg="modSp mod modClrScheme chgLayout">
        <pc:chgData name="Sarveshwaran Mahadevan" userId="S::1032180515@mitwpu.ac.in::e5c1bd89-7080-414b-963e-f82e9bff7373" providerId="AD" clId="Web-{5ABEB930-B612-4411-A7E3-DDE3EC40677B}" dt="2020-09-18T04:01:03.543" v="294" actId="14100"/>
        <pc:sldMkLst>
          <pc:docMk/>
          <pc:sldMk cId="0" sldId="273"/>
        </pc:sldMkLst>
        <pc:spChg chg="mod ord">
          <ac:chgData name="Sarveshwaran Mahadevan" userId="S::1032180515@mitwpu.ac.in::e5c1bd89-7080-414b-963e-f82e9bff7373" providerId="AD" clId="Web-{5ABEB930-B612-4411-A7E3-DDE3EC40677B}" dt="2020-09-18T03:54:54.252" v="95" actId="1076"/>
          <ac:spMkLst>
            <pc:docMk/>
            <pc:sldMk cId="0" sldId="273"/>
            <ac:spMk id="2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54:58.783" v="96" actId="1076"/>
          <ac:spMkLst>
            <pc:docMk/>
            <pc:sldMk cId="0" sldId="273"/>
            <ac:spMk id="3" creationId="{00000000-0000-0000-0000-000000000000}"/>
          </ac:spMkLst>
        </pc:spChg>
        <pc:grpChg chg="mod">
          <ac:chgData name="Sarveshwaran Mahadevan" userId="S::1032180515@mitwpu.ac.in::e5c1bd89-7080-414b-963e-f82e9bff7373" providerId="AD" clId="Web-{5ABEB930-B612-4411-A7E3-DDE3EC40677B}" dt="2020-09-18T04:01:03.543" v="294" actId="14100"/>
          <ac:grpSpMkLst>
            <pc:docMk/>
            <pc:sldMk cId="0" sldId="273"/>
            <ac:grpSpMk id="4" creationId="{00000000-0000-0000-0000-000000000000}"/>
          </ac:grpSpMkLst>
        </pc:grpChg>
      </pc:sldChg>
      <pc:sldChg chg="addSp modSp mod modClrScheme chgLayout">
        <pc:chgData name="Sarveshwaran Mahadevan" userId="S::1032180515@mitwpu.ac.in::e5c1bd89-7080-414b-963e-f82e9bff7373" providerId="AD" clId="Web-{5ABEB930-B612-4411-A7E3-DDE3EC40677B}" dt="2020-09-18T04:00:57.699" v="292" actId="14100"/>
        <pc:sldMkLst>
          <pc:docMk/>
          <pc:sldMk cId="0" sldId="274"/>
        </pc:sldMkLst>
        <pc:spChg chg="mod ord">
          <ac:chgData name="Sarveshwaran Mahadevan" userId="S::1032180515@mitwpu.ac.in::e5c1bd89-7080-414b-963e-f82e9bff7373" providerId="AD" clId="Web-{5ABEB930-B612-4411-A7E3-DDE3EC40677B}" dt="2020-09-18T03:47:25.755" v="4"/>
          <ac:spMkLst>
            <pc:docMk/>
            <pc:sldMk cId="0" sldId="274"/>
            <ac:spMk id="2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57:29.678" v="229" actId="14100"/>
          <ac:spMkLst>
            <pc:docMk/>
            <pc:sldMk cId="0" sldId="274"/>
            <ac:spMk id="3" creationId="{00000000-0000-0000-0000-000000000000}"/>
          </ac:spMkLst>
        </pc:spChg>
        <pc:spChg chg="add mod">
          <ac:chgData name="Sarveshwaran Mahadevan" userId="S::1032180515@mitwpu.ac.in::e5c1bd89-7080-414b-963e-f82e9bff7373" providerId="AD" clId="Web-{5ABEB930-B612-4411-A7E3-DDE3EC40677B}" dt="2020-09-18T04:00:52.121" v="290" actId="1076"/>
          <ac:spMkLst>
            <pc:docMk/>
            <pc:sldMk cId="0" sldId="274"/>
            <ac:spMk id="9" creationId="{016881C9-5F54-4FC3-99B4-9EE1EAF3132F}"/>
          </ac:spMkLst>
        </pc:spChg>
        <pc:spChg chg="add">
          <ac:chgData name="Sarveshwaran Mahadevan" userId="S::1032180515@mitwpu.ac.in::e5c1bd89-7080-414b-963e-f82e9bff7373" providerId="AD" clId="Web-{5ABEB930-B612-4411-A7E3-DDE3EC40677B}" dt="2020-09-18T03:57:36.506" v="231"/>
          <ac:spMkLst>
            <pc:docMk/>
            <pc:sldMk cId="0" sldId="274"/>
            <ac:spMk id="10" creationId="{24D7A222-7923-4F54-A0D1-10F6BF366436}"/>
          </ac:spMkLst>
        </pc:spChg>
        <pc:grpChg chg="mod">
          <ac:chgData name="Sarveshwaran Mahadevan" userId="S::1032180515@mitwpu.ac.in::e5c1bd89-7080-414b-963e-f82e9bff7373" providerId="AD" clId="Web-{5ABEB930-B612-4411-A7E3-DDE3EC40677B}" dt="2020-09-18T04:00:57.699" v="292" actId="14100"/>
          <ac:grpSpMkLst>
            <pc:docMk/>
            <pc:sldMk cId="0" sldId="274"/>
            <ac:grpSpMk id="4" creationId="{00000000-0000-0000-0000-000000000000}"/>
          </ac:grpSpMkLst>
        </pc:grpChg>
        <pc:grpChg chg="add mod">
          <ac:chgData name="Sarveshwaran Mahadevan" userId="S::1032180515@mitwpu.ac.in::e5c1bd89-7080-414b-963e-f82e9bff7373" providerId="AD" clId="Web-{5ABEB930-B612-4411-A7E3-DDE3EC40677B}" dt="2020-09-18T04:00:45.574" v="288" actId="1076"/>
          <ac:grpSpMkLst>
            <pc:docMk/>
            <pc:sldMk cId="0" sldId="274"/>
            <ac:grpSpMk id="8" creationId="{E096D822-37D1-4EDA-9300-1C7606BD37EE}"/>
          </ac:grpSpMkLst>
        </pc:grpChg>
      </pc:sldChg>
      <pc:sldChg chg="delSp modSp del mod modClrScheme chgLayout">
        <pc:chgData name="Sarveshwaran Mahadevan" userId="S::1032180515@mitwpu.ac.in::e5c1bd89-7080-414b-963e-f82e9bff7373" providerId="AD" clId="Web-{5ABEB930-B612-4411-A7E3-DDE3EC40677B}" dt="2020-09-18T03:57:46.085" v="233"/>
        <pc:sldMkLst>
          <pc:docMk/>
          <pc:sldMk cId="0" sldId="275"/>
        </pc:sldMkLst>
        <pc:spChg chg="mod ord">
          <ac:chgData name="Sarveshwaran Mahadevan" userId="S::1032180515@mitwpu.ac.in::e5c1bd89-7080-414b-963e-f82e9bff7373" providerId="AD" clId="Web-{5ABEB930-B612-4411-A7E3-DDE3EC40677B}" dt="2020-09-18T03:47:25.755" v="4"/>
          <ac:spMkLst>
            <pc:docMk/>
            <pc:sldMk cId="0" sldId="275"/>
            <ac:spMk id="2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3:55:34.440" v="106" actId="20577"/>
          <ac:spMkLst>
            <pc:docMk/>
            <pc:sldMk cId="0" sldId="275"/>
            <ac:spMk id="3" creationId="{00000000-0000-0000-0000-000000000000}"/>
          </ac:spMkLst>
        </pc:spChg>
        <pc:grpChg chg="del">
          <ac:chgData name="Sarveshwaran Mahadevan" userId="S::1032180515@mitwpu.ac.in::e5c1bd89-7080-414b-963e-f82e9bff7373" providerId="AD" clId="Web-{5ABEB930-B612-4411-A7E3-DDE3EC40677B}" dt="2020-09-18T03:57:33.959" v="230"/>
          <ac:grpSpMkLst>
            <pc:docMk/>
            <pc:sldMk cId="0" sldId="275"/>
            <ac:grpSpMk id="4" creationId="{00000000-0000-0000-0000-000000000000}"/>
          </ac:grpSpMkLst>
        </pc:grpChg>
      </pc:sldChg>
      <pc:sldChg chg="modSp mod modClrScheme chgLayout">
        <pc:chgData name="Sarveshwaran Mahadevan" userId="S::1032180515@mitwpu.ac.in::e5c1bd89-7080-414b-963e-f82e9bff7373" providerId="AD" clId="Web-{5ABEB930-B612-4411-A7E3-DDE3EC40677B}" dt="2020-09-18T04:00:36.949" v="286" actId="20577"/>
        <pc:sldMkLst>
          <pc:docMk/>
          <pc:sldMk cId="0" sldId="276"/>
        </pc:sldMkLst>
        <pc:spChg chg="mod ord">
          <ac:chgData name="Sarveshwaran Mahadevan" userId="S::1032180515@mitwpu.ac.in::e5c1bd89-7080-414b-963e-f82e9bff7373" providerId="AD" clId="Web-{5ABEB930-B612-4411-A7E3-DDE3EC40677B}" dt="2020-09-18T03:59:22.619" v="256" actId="20577"/>
          <ac:spMkLst>
            <pc:docMk/>
            <pc:sldMk cId="0" sldId="276"/>
            <ac:spMk id="2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4:00:36.949" v="286" actId="20577"/>
          <ac:spMkLst>
            <pc:docMk/>
            <pc:sldMk cId="0" sldId="276"/>
            <ac:spMk id="3" creationId="{00000000-0000-0000-0000-000000000000}"/>
          </ac:spMkLst>
        </pc:spChg>
      </pc:sldChg>
      <pc:sldChg chg="modSp mod modClrScheme chgLayout">
        <pc:chgData name="Sarveshwaran Mahadevan" userId="S::1032180515@mitwpu.ac.in::e5c1bd89-7080-414b-963e-f82e9bff7373" providerId="AD" clId="Web-{5ABEB930-B612-4411-A7E3-DDE3EC40677B}" dt="2020-09-18T04:00:28.261" v="277" actId="20577"/>
        <pc:sldMkLst>
          <pc:docMk/>
          <pc:sldMk cId="0" sldId="277"/>
        </pc:sldMkLst>
        <pc:spChg chg="mod ord">
          <ac:chgData name="Sarveshwaran Mahadevan" userId="S::1032180515@mitwpu.ac.in::e5c1bd89-7080-414b-963e-f82e9bff7373" providerId="AD" clId="Web-{5ABEB930-B612-4411-A7E3-DDE3EC40677B}" dt="2020-09-18T03:59:55.463" v="266" actId="20577"/>
          <ac:spMkLst>
            <pc:docMk/>
            <pc:sldMk cId="0" sldId="277"/>
            <ac:spMk id="2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4:00:28.261" v="277" actId="20577"/>
          <ac:spMkLst>
            <pc:docMk/>
            <pc:sldMk cId="0" sldId="277"/>
            <ac:spMk id="3" creationId="{00000000-0000-0000-0000-000000000000}"/>
          </ac:spMkLst>
        </pc:spChg>
      </pc:sldChg>
      <pc:sldChg chg="modSp mod modClrScheme chgLayout">
        <pc:chgData name="Sarveshwaran Mahadevan" userId="S::1032180515@mitwpu.ac.in::e5c1bd89-7080-414b-963e-f82e9bff7373" providerId="AD" clId="Web-{5ABEB930-B612-4411-A7E3-DDE3EC40677B}" dt="2020-09-18T04:00:31.355" v="279" actId="20577"/>
        <pc:sldMkLst>
          <pc:docMk/>
          <pc:sldMk cId="0" sldId="278"/>
        </pc:sldMkLst>
        <pc:spChg chg="mod ord">
          <ac:chgData name="Sarveshwaran Mahadevan" userId="S::1032180515@mitwpu.ac.in::e5c1bd89-7080-414b-963e-f82e9bff7373" providerId="AD" clId="Web-{5ABEB930-B612-4411-A7E3-DDE3EC40677B}" dt="2020-09-18T04:00:13.792" v="272" actId="1076"/>
          <ac:spMkLst>
            <pc:docMk/>
            <pc:sldMk cId="0" sldId="278"/>
            <ac:spMk id="2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5ABEB930-B612-4411-A7E3-DDE3EC40677B}" dt="2020-09-18T04:00:31.355" v="279" actId="20577"/>
          <ac:spMkLst>
            <pc:docMk/>
            <pc:sldMk cId="0" sldId="278"/>
            <ac:spMk id="3" creationId="{00000000-0000-0000-0000-000000000000}"/>
          </ac:spMkLst>
        </pc:spChg>
      </pc:sldChg>
      <pc:sldMasterChg chg="del delSldLayout">
        <pc:chgData name="Sarveshwaran Mahadevan" userId="S::1032180515@mitwpu.ac.in::e5c1bd89-7080-414b-963e-f82e9bff7373" providerId="AD" clId="Web-{5ABEB930-B612-4411-A7E3-DDE3EC40677B}" dt="2020-09-18T03:45:50.330" v="0"/>
        <pc:sldMasterMkLst>
          <pc:docMk/>
          <pc:sldMasterMk cId="3743896734" sldId="2147483702"/>
        </pc:sldMasterMkLst>
        <pc:sldLayoutChg chg="del">
          <pc:chgData name="Sarveshwaran Mahadevan" userId="S::1032180515@mitwpu.ac.in::e5c1bd89-7080-414b-963e-f82e9bff7373" providerId="AD" clId="Web-{5ABEB930-B612-4411-A7E3-DDE3EC40677B}" dt="2020-09-18T03:45:50.330" v="0"/>
          <pc:sldLayoutMkLst>
            <pc:docMk/>
            <pc:sldMasterMk cId="3743896734" sldId="2147483702"/>
            <pc:sldLayoutMk cId="4241010667" sldId="2147483703"/>
          </pc:sldLayoutMkLst>
        </pc:sldLayoutChg>
        <pc:sldLayoutChg chg="del">
          <pc:chgData name="Sarveshwaran Mahadevan" userId="S::1032180515@mitwpu.ac.in::e5c1bd89-7080-414b-963e-f82e9bff7373" providerId="AD" clId="Web-{5ABEB930-B612-4411-A7E3-DDE3EC40677B}" dt="2020-09-18T03:45:50.330" v="0"/>
          <pc:sldLayoutMkLst>
            <pc:docMk/>
            <pc:sldMasterMk cId="3743896734" sldId="2147483702"/>
            <pc:sldLayoutMk cId="1847201538" sldId="2147483704"/>
          </pc:sldLayoutMkLst>
        </pc:sldLayoutChg>
        <pc:sldLayoutChg chg="del">
          <pc:chgData name="Sarveshwaran Mahadevan" userId="S::1032180515@mitwpu.ac.in::e5c1bd89-7080-414b-963e-f82e9bff7373" providerId="AD" clId="Web-{5ABEB930-B612-4411-A7E3-DDE3EC40677B}" dt="2020-09-18T03:45:50.330" v="0"/>
          <pc:sldLayoutMkLst>
            <pc:docMk/>
            <pc:sldMasterMk cId="3743896734" sldId="2147483702"/>
            <pc:sldLayoutMk cId="1042743922" sldId="2147483705"/>
          </pc:sldLayoutMkLst>
        </pc:sldLayoutChg>
        <pc:sldLayoutChg chg="del">
          <pc:chgData name="Sarveshwaran Mahadevan" userId="S::1032180515@mitwpu.ac.in::e5c1bd89-7080-414b-963e-f82e9bff7373" providerId="AD" clId="Web-{5ABEB930-B612-4411-A7E3-DDE3EC40677B}" dt="2020-09-18T03:45:50.330" v="0"/>
          <pc:sldLayoutMkLst>
            <pc:docMk/>
            <pc:sldMasterMk cId="3743896734" sldId="2147483702"/>
            <pc:sldLayoutMk cId="1982352758" sldId="2147483706"/>
          </pc:sldLayoutMkLst>
        </pc:sldLayoutChg>
        <pc:sldLayoutChg chg="del">
          <pc:chgData name="Sarveshwaran Mahadevan" userId="S::1032180515@mitwpu.ac.in::e5c1bd89-7080-414b-963e-f82e9bff7373" providerId="AD" clId="Web-{5ABEB930-B612-4411-A7E3-DDE3EC40677B}" dt="2020-09-18T03:45:50.330" v="0"/>
          <pc:sldLayoutMkLst>
            <pc:docMk/>
            <pc:sldMasterMk cId="3743896734" sldId="2147483702"/>
            <pc:sldLayoutMk cId="623422037" sldId="2147483707"/>
          </pc:sldLayoutMkLst>
        </pc:sldLayoutChg>
        <pc:sldLayoutChg chg="del">
          <pc:chgData name="Sarveshwaran Mahadevan" userId="S::1032180515@mitwpu.ac.in::e5c1bd89-7080-414b-963e-f82e9bff7373" providerId="AD" clId="Web-{5ABEB930-B612-4411-A7E3-DDE3EC40677B}" dt="2020-09-18T03:45:50.330" v="0"/>
          <pc:sldLayoutMkLst>
            <pc:docMk/>
            <pc:sldMasterMk cId="3743896734" sldId="2147483702"/>
            <pc:sldLayoutMk cId="3420449111" sldId="2147483708"/>
          </pc:sldLayoutMkLst>
        </pc:sldLayoutChg>
        <pc:sldLayoutChg chg="del">
          <pc:chgData name="Sarveshwaran Mahadevan" userId="S::1032180515@mitwpu.ac.in::e5c1bd89-7080-414b-963e-f82e9bff7373" providerId="AD" clId="Web-{5ABEB930-B612-4411-A7E3-DDE3EC40677B}" dt="2020-09-18T03:45:50.330" v="0"/>
          <pc:sldLayoutMkLst>
            <pc:docMk/>
            <pc:sldMasterMk cId="3743896734" sldId="2147483702"/>
            <pc:sldLayoutMk cId="4164266118" sldId="2147483709"/>
          </pc:sldLayoutMkLst>
        </pc:sldLayoutChg>
        <pc:sldLayoutChg chg="del">
          <pc:chgData name="Sarveshwaran Mahadevan" userId="S::1032180515@mitwpu.ac.in::e5c1bd89-7080-414b-963e-f82e9bff7373" providerId="AD" clId="Web-{5ABEB930-B612-4411-A7E3-DDE3EC40677B}" dt="2020-09-18T03:45:50.330" v="0"/>
          <pc:sldLayoutMkLst>
            <pc:docMk/>
            <pc:sldMasterMk cId="3743896734" sldId="2147483702"/>
            <pc:sldLayoutMk cId="972159523" sldId="2147483710"/>
          </pc:sldLayoutMkLst>
        </pc:sldLayoutChg>
        <pc:sldLayoutChg chg="del">
          <pc:chgData name="Sarveshwaran Mahadevan" userId="S::1032180515@mitwpu.ac.in::e5c1bd89-7080-414b-963e-f82e9bff7373" providerId="AD" clId="Web-{5ABEB930-B612-4411-A7E3-DDE3EC40677B}" dt="2020-09-18T03:45:50.330" v="0"/>
          <pc:sldLayoutMkLst>
            <pc:docMk/>
            <pc:sldMasterMk cId="3743896734" sldId="2147483702"/>
            <pc:sldLayoutMk cId="3920837307" sldId="2147483711"/>
          </pc:sldLayoutMkLst>
        </pc:sldLayoutChg>
        <pc:sldLayoutChg chg="del">
          <pc:chgData name="Sarveshwaran Mahadevan" userId="S::1032180515@mitwpu.ac.in::e5c1bd89-7080-414b-963e-f82e9bff7373" providerId="AD" clId="Web-{5ABEB930-B612-4411-A7E3-DDE3EC40677B}" dt="2020-09-18T03:45:50.330" v="0"/>
          <pc:sldLayoutMkLst>
            <pc:docMk/>
            <pc:sldMasterMk cId="3743896734" sldId="2147483702"/>
            <pc:sldLayoutMk cId="906466687" sldId="2147483712"/>
          </pc:sldLayoutMkLst>
        </pc:sldLayoutChg>
        <pc:sldLayoutChg chg="del">
          <pc:chgData name="Sarveshwaran Mahadevan" userId="S::1032180515@mitwpu.ac.in::e5c1bd89-7080-414b-963e-f82e9bff7373" providerId="AD" clId="Web-{5ABEB930-B612-4411-A7E3-DDE3EC40677B}" dt="2020-09-18T03:45:50.330" v="0"/>
          <pc:sldLayoutMkLst>
            <pc:docMk/>
            <pc:sldMasterMk cId="3743896734" sldId="2147483702"/>
            <pc:sldLayoutMk cId="1596579260" sldId="2147483713"/>
          </pc:sldLayoutMkLst>
        </pc:sldLayoutChg>
      </pc:sldMasterChg>
      <pc:sldMasterChg chg="add addSldLayout modSldLayout">
        <pc:chgData name="Sarveshwaran Mahadevan" userId="S::1032180515@mitwpu.ac.in::e5c1bd89-7080-414b-963e-f82e9bff7373" providerId="AD" clId="Web-{5ABEB930-B612-4411-A7E3-DDE3EC40677B}" dt="2020-09-18T03:45:50.330" v="0"/>
        <pc:sldMasterMkLst>
          <pc:docMk/>
          <pc:sldMasterMk cId="3517854482" sldId="2147483714"/>
        </pc:sldMasterMkLst>
        <pc:sldLayoutChg chg="add mod replId">
          <pc:chgData name="Sarveshwaran Mahadevan" userId="S::1032180515@mitwpu.ac.in::e5c1bd89-7080-414b-963e-f82e9bff7373" providerId="AD" clId="Web-{5ABEB930-B612-4411-A7E3-DDE3EC40677B}" dt="2020-09-18T03:45:50.330" v="0"/>
          <pc:sldLayoutMkLst>
            <pc:docMk/>
            <pc:sldMasterMk cId="3517854482" sldId="2147483714"/>
            <pc:sldLayoutMk cId="1493513704" sldId="2147483715"/>
          </pc:sldLayoutMkLst>
        </pc:sldLayoutChg>
        <pc:sldLayoutChg chg="add mod replId">
          <pc:chgData name="Sarveshwaran Mahadevan" userId="S::1032180515@mitwpu.ac.in::e5c1bd89-7080-414b-963e-f82e9bff7373" providerId="AD" clId="Web-{5ABEB930-B612-4411-A7E3-DDE3EC40677B}" dt="2020-09-18T03:45:50.330" v="0"/>
          <pc:sldLayoutMkLst>
            <pc:docMk/>
            <pc:sldMasterMk cId="3517854482" sldId="2147483714"/>
            <pc:sldLayoutMk cId="4111181937" sldId="2147483716"/>
          </pc:sldLayoutMkLst>
        </pc:sldLayoutChg>
        <pc:sldLayoutChg chg="add mod replId">
          <pc:chgData name="Sarveshwaran Mahadevan" userId="S::1032180515@mitwpu.ac.in::e5c1bd89-7080-414b-963e-f82e9bff7373" providerId="AD" clId="Web-{5ABEB930-B612-4411-A7E3-DDE3EC40677B}" dt="2020-09-18T03:45:50.330" v="0"/>
          <pc:sldLayoutMkLst>
            <pc:docMk/>
            <pc:sldMasterMk cId="3517854482" sldId="2147483714"/>
            <pc:sldLayoutMk cId="2414534141" sldId="2147483717"/>
          </pc:sldLayoutMkLst>
        </pc:sldLayoutChg>
        <pc:sldLayoutChg chg="add mod replId">
          <pc:chgData name="Sarveshwaran Mahadevan" userId="S::1032180515@mitwpu.ac.in::e5c1bd89-7080-414b-963e-f82e9bff7373" providerId="AD" clId="Web-{5ABEB930-B612-4411-A7E3-DDE3EC40677B}" dt="2020-09-18T03:45:50.330" v="0"/>
          <pc:sldLayoutMkLst>
            <pc:docMk/>
            <pc:sldMasterMk cId="3517854482" sldId="2147483714"/>
            <pc:sldLayoutMk cId="3088214757" sldId="2147483718"/>
          </pc:sldLayoutMkLst>
        </pc:sldLayoutChg>
        <pc:sldLayoutChg chg="add mod replId">
          <pc:chgData name="Sarveshwaran Mahadevan" userId="S::1032180515@mitwpu.ac.in::e5c1bd89-7080-414b-963e-f82e9bff7373" providerId="AD" clId="Web-{5ABEB930-B612-4411-A7E3-DDE3EC40677B}" dt="2020-09-18T03:45:50.330" v="0"/>
          <pc:sldLayoutMkLst>
            <pc:docMk/>
            <pc:sldMasterMk cId="3517854482" sldId="2147483714"/>
            <pc:sldLayoutMk cId="757372659" sldId="2147483719"/>
          </pc:sldLayoutMkLst>
        </pc:sldLayoutChg>
        <pc:sldLayoutChg chg="add mod replId">
          <pc:chgData name="Sarveshwaran Mahadevan" userId="S::1032180515@mitwpu.ac.in::e5c1bd89-7080-414b-963e-f82e9bff7373" providerId="AD" clId="Web-{5ABEB930-B612-4411-A7E3-DDE3EC40677B}" dt="2020-09-18T03:45:50.330" v="0"/>
          <pc:sldLayoutMkLst>
            <pc:docMk/>
            <pc:sldMasterMk cId="3517854482" sldId="2147483714"/>
            <pc:sldLayoutMk cId="257127293" sldId="2147483720"/>
          </pc:sldLayoutMkLst>
        </pc:sldLayoutChg>
        <pc:sldLayoutChg chg="add mod replId">
          <pc:chgData name="Sarveshwaran Mahadevan" userId="S::1032180515@mitwpu.ac.in::e5c1bd89-7080-414b-963e-f82e9bff7373" providerId="AD" clId="Web-{5ABEB930-B612-4411-A7E3-DDE3EC40677B}" dt="2020-09-18T03:45:50.330" v="0"/>
          <pc:sldLayoutMkLst>
            <pc:docMk/>
            <pc:sldMasterMk cId="3517854482" sldId="2147483714"/>
            <pc:sldLayoutMk cId="1862185165" sldId="2147483721"/>
          </pc:sldLayoutMkLst>
        </pc:sldLayoutChg>
        <pc:sldLayoutChg chg="add mod replId">
          <pc:chgData name="Sarveshwaran Mahadevan" userId="S::1032180515@mitwpu.ac.in::e5c1bd89-7080-414b-963e-f82e9bff7373" providerId="AD" clId="Web-{5ABEB930-B612-4411-A7E3-DDE3EC40677B}" dt="2020-09-18T03:45:50.330" v="0"/>
          <pc:sldLayoutMkLst>
            <pc:docMk/>
            <pc:sldMasterMk cId="3517854482" sldId="2147483714"/>
            <pc:sldLayoutMk cId="2158206844" sldId="2147483722"/>
          </pc:sldLayoutMkLst>
        </pc:sldLayoutChg>
        <pc:sldLayoutChg chg="add mod replId">
          <pc:chgData name="Sarveshwaran Mahadevan" userId="S::1032180515@mitwpu.ac.in::e5c1bd89-7080-414b-963e-f82e9bff7373" providerId="AD" clId="Web-{5ABEB930-B612-4411-A7E3-DDE3EC40677B}" dt="2020-09-18T03:45:50.330" v="0"/>
          <pc:sldLayoutMkLst>
            <pc:docMk/>
            <pc:sldMasterMk cId="3517854482" sldId="2147483714"/>
            <pc:sldLayoutMk cId="215825597" sldId="2147483723"/>
          </pc:sldLayoutMkLst>
        </pc:sldLayoutChg>
        <pc:sldLayoutChg chg="add mod replId">
          <pc:chgData name="Sarveshwaran Mahadevan" userId="S::1032180515@mitwpu.ac.in::e5c1bd89-7080-414b-963e-f82e9bff7373" providerId="AD" clId="Web-{5ABEB930-B612-4411-A7E3-DDE3EC40677B}" dt="2020-09-18T03:45:50.330" v="0"/>
          <pc:sldLayoutMkLst>
            <pc:docMk/>
            <pc:sldMasterMk cId="3517854482" sldId="2147483714"/>
            <pc:sldLayoutMk cId="2470934322" sldId="2147483724"/>
          </pc:sldLayoutMkLst>
        </pc:sldLayoutChg>
        <pc:sldLayoutChg chg="add mod replId">
          <pc:chgData name="Sarveshwaran Mahadevan" userId="S::1032180515@mitwpu.ac.in::e5c1bd89-7080-414b-963e-f82e9bff7373" providerId="AD" clId="Web-{5ABEB930-B612-4411-A7E3-DDE3EC40677B}" dt="2020-09-18T03:45:50.330" v="0"/>
          <pc:sldLayoutMkLst>
            <pc:docMk/>
            <pc:sldMasterMk cId="3517854482" sldId="2147483714"/>
            <pc:sldLayoutMk cId="4197907394" sldId="2147483725"/>
          </pc:sldLayoutMkLst>
        </pc:sldLayoutChg>
      </pc:sldMasterChg>
      <pc:sldMasterChg chg="add del addSldLayout delSldLayout">
        <pc:chgData name="Sarveshwaran Mahadevan" userId="S::1032180515@mitwpu.ac.in::e5c1bd89-7080-414b-963e-f82e9bff7373" providerId="AD" clId="Web-{5ABEB930-B612-4411-A7E3-DDE3EC40677B}" dt="2020-09-18T03:47:25.755" v="4"/>
        <pc:sldMasterMkLst>
          <pc:docMk/>
          <pc:sldMasterMk cId="2622106159" sldId="2147483726"/>
        </pc:sldMasterMkLst>
        <pc:sldLayoutChg chg="add del">
          <pc:chgData name="Sarveshwaran Mahadevan" userId="S::1032180515@mitwpu.ac.in::e5c1bd89-7080-414b-963e-f82e9bff7373" providerId="AD" clId="Web-{5ABEB930-B612-4411-A7E3-DDE3EC40677B}" dt="2020-09-18T03:47:25.755" v="4"/>
          <pc:sldLayoutMkLst>
            <pc:docMk/>
            <pc:sldMasterMk cId="2622106159" sldId="2147483726"/>
            <pc:sldLayoutMk cId="121160386" sldId="2147483727"/>
          </pc:sldLayoutMkLst>
        </pc:sldLayoutChg>
        <pc:sldLayoutChg chg="add del">
          <pc:chgData name="Sarveshwaran Mahadevan" userId="S::1032180515@mitwpu.ac.in::e5c1bd89-7080-414b-963e-f82e9bff7373" providerId="AD" clId="Web-{5ABEB930-B612-4411-A7E3-DDE3EC40677B}" dt="2020-09-18T03:47:25.755" v="4"/>
          <pc:sldLayoutMkLst>
            <pc:docMk/>
            <pc:sldMasterMk cId="2622106159" sldId="2147483726"/>
            <pc:sldLayoutMk cId="1080824289" sldId="2147483728"/>
          </pc:sldLayoutMkLst>
        </pc:sldLayoutChg>
        <pc:sldLayoutChg chg="add del">
          <pc:chgData name="Sarveshwaran Mahadevan" userId="S::1032180515@mitwpu.ac.in::e5c1bd89-7080-414b-963e-f82e9bff7373" providerId="AD" clId="Web-{5ABEB930-B612-4411-A7E3-DDE3EC40677B}" dt="2020-09-18T03:47:25.755" v="4"/>
          <pc:sldLayoutMkLst>
            <pc:docMk/>
            <pc:sldMasterMk cId="2622106159" sldId="2147483726"/>
            <pc:sldLayoutMk cId="4081656508" sldId="2147483729"/>
          </pc:sldLayoutMkLst>
        </pc:sldLayoutChg>
        <pc:sldLayoutChg chg="add del">
          <pc:chgData name="Sarveshwaran Mahadevan" userId="S::1032180515@mitwpu.ac.in::e5c1bd89-7080-414b-963e-f82e9bff7373" providerId="AD" clId="Web-{5ABEB930-B612-4411-A7E3-DDE3EC40677B}" dt="2020-09-18T03:47:25.755" v="4"/>
          <pc:sldLayoutMkLst>
            <pc:docMk/>
            <pc:sldMasterMk cId="2622106159" sldId="2147483726"/>
            <pc:sldLayoutMk cId="2578463649" sldId="2147483730"/>
          </pc:sldLayoutMkLst>
        </pc:sldLayoutChg>
        <pc:sldLayoutChg chg="add del">
          <pc:chgData name="Sarveshwaran Mahadevan" userId="S::1032180515@mitwpu.ac.in::e5c1bd89-7080-414b-963e-f82e9bff7373" providerId="AD" clId="Web-{5ABEB930-B612-4411-A7E3-DDE3EC40677B}" dt="2020-09-18T03:47:25.755" v="4"/>
          <pc:sldLayoutMkLst>
            <pc:docMk/>
            <pc:sldMasterMk cId="2622106159" sldId="2147483726"/>
            <pc:sldLayoutMk cId="3114725333" sldId="2147483731"/>
          </pc:sldLayoutMkLst>
        </pc:sldLayoutChg>
        <pc:sldLayoutChg chg="add del">
          <pc:chgData name="Sarveshwaran Mahadevan" userId="S::1032180515@mitwpu.ac.in::e5c1bd89-7080-414b-963e-f82e9bff7373" providerId="AD" clId="Web-{5ABEB930-B612-4411-A7E3-DDE3EC40677B}" dt="2020-09-18T03:47:25.755" v="4"/>
          <pc:sldLayoutMkLst>
            <pc:docMk/>
            <pc:sldMasterMk cId="2622106159" sldId="2147483726"/>
            <pc:sldLayoutMk cId="2325974577" sldId="2147483732"/>
          </pc:sldLayoutMkLst>
        </pc:sldLayoutChg>
        <pc:sldLayoutChg chg="add del">
          <pc:chgData name="Sarveshwaran Mahadevan" userId="S::1032180515@mitwpu.ac.in::e5c1bd89-7080-414b-963e-f82e9bff7373" providerId="AD" clId="Web-{5ABEB930-B612-4411-A7E3-DDE3EC40677B}" dt="2020-09-18T03:47:25.755" v="4"/>
          <pc:sldLayoutMkLst>
            <pc:docMk/>
            <pc:sldMasterMk cId="2622106159" sldId="2147483726"/>
            <pc:sldLayoutMk cId="2282590464" sldId="2147483733"/>
          </pc:sldLayoutMkLst>
        </pc:sldLayoutChg>
        <pc:sldLayoutChg chg="add del">
          <pc:chgData name="Sarveshwaran Mahadevan" userId="S::1032180515@mitwpu.ac.in::e5c1bd89-7080-414b-963e-f82e9bff7373" providerId="AD" clId="Web-{5ABEB930-B612-4411-A7E3-DDE3EC40677B}" dt="2020-09-18T03:47:25.755" v="4"/>
          <pc:sldLayoutMkLst>
            <pc:docMk/>
            <pc:sldMasterMk cId="2622106159" sldId="2147483726"/>
            <pc:sldLayoutMk cId="918920227" sldId="2147483734"/>
          </pc:sldLayoutMkLst>
        </pc:sldLayoutChg>
        <pc:sldLayoutChg chg="add del">
          <pc:chgData name="Sarveshwaran Mahadevan" userId="S::1032180515@mitwpu.ac.in::e5c1bd89-7080-414b-963e-f82e9bff7373" providerId="AD" clId="Web-{5ABEB930-B612-4411-A7E3-DDE3EC40677B}" dt="2020-09-18T03:47:25.755" v="4"/>
          <pc:sldLayoutMkLst>
            <pc:docMk/>
            <pc:sldMasterMk cId="2622106159" sldId="2147483726"/>
            <pc:sldLayoutMk cId="1891209785" sldId="2147483735"/>
          </pc:sldLayoutMkLst>
        </pc:sldLayoutChg>
        <pc:sldLayoutChg chg="add del">
          <pc:chgData name="Sarveshwaran Mahadevan" userId="S::1032180515@mitwpu.ac.in::e5c1bd89-7080-414b-963e-f82e9bff7373" providerId="AD" clId="Web-{5ABEB930-B612-4411-A7E3-DDE3EC40677B}" dt="2020-09-18T03:47:25.755" v="4"/>
          <pc:sldLayoutMkLst>
            <pc:docMk/>
            <pc:sldMasterMk cId="2622106159" sldId="2147483726"/>
            <pc:sldLayoutMk cId="917463880" sldId="2147483736"/>
          </pc:sldLayoutMkLst>
        </pc:sldLayoutChg>
        <pc:sldLayoutChg chg="add del">
          <pc:chgData name="Sarveshwaran Mahadevan" userId="S::1032180515@mitwpu.ac.in::e5c1bd89-7080-414b-963e-f82e9bff7373" providerId="AD" clId="Web-{5ABEB930-B612-4411-A7E3-DDE3EC40677B}" dt="2020-09-18T03:47:25.755" v="4"/>
          <pc:sldLayoutMkLst>
            <pc:docMk/>
            <pc:sldMasterMk cId="2622106159" sldId="2147483726"/>
            <pc:sldLayoutMk cId="250704480" sldId="2147483737"/>
          </pc:sldLayoutMkLst>
        </pc:sldLayoutChg>
      </pc:sldMasterChg>
      <pc:sldMasterChg chg="add del addSldLayout delSldLayout modSldLayout">
        <pc:chgData name="Sarveshwaran Mahadevan" userId="S::1032180515@mitwpu.ac.in::e5c1bd89-7080-414b-963e-f82e9bff7373" providerId="AD" clId="Web-{5ABEB930-B612-4411-A7E3-DDE3EC40677B}" dt="2020-09-18T03:46:55.270" v="3"/>
        <pc:sldMasterMkLst>
          <pc:docMk/>
          <pc:sldMasterMk cId="1129544765" sldId="2147483738"/>
        </pc:sldMasterMkLst>
        <pc:sldLayoutChg chg="add del mod replId">
          <pc:chgData name="Sarveshwaran Mahadevan" userId="S::1032180515@mitwpu.ac.in::e5c1bd89-7080-414b-963e-f82e9bff7373" providerId="AD" clId="Web-{5ABEB930-B612-4411-A7E3-DDE3EC40677B}" dt="2020-09-18T03:46:55.270" v="3"/>
          <pc:sldLayoutMkLst>
            <pc:docMk/>
            <pc:sldMasterMk cId="1129544765" sldId="2147483738"/>
            <pc:sldLayoutMk cId="2540278131" sldId="2147483739"/>
          </pc:sldLayoutMkLst>
        </pc:sldLayoutChg>
        <pc:sldLayoutChg chg="add del mod replId">
          <pc:chgData name="Sarveshwaran Mahadevan" userId="S::1032180515@mitwpu.ac.in::e5c1bd89-7080-414b-963e-f82e9bff7373" providerId="AD" clId="Web-{5ABEB930-B612-4411-A7E3-DDE3EC40677B}" dt="2020-09-18T03:46:55.270" v="3"/>
          <pc:sldLayoutMkLst>
            <pc:docMk/>
            <pc:sldMasterMk cId="1129544765" sldId="2147483738"/>
            <pc:sldLayoutMk cId="1454896916" sldId="2147483740"/>
          </pc:sldLayoutMkLst>
        </pc:sldLayoutChg>
        <pc:sldLayoutChg chg="add del mod replId">
          <pc:chgData name="Sarveshwaran Mahadevan" userId="S::1032180515@mitwpu.ac.in::e5c1bd89-7080-414b-963e-f82e9bff7373" providerId="AD" clId="Web-{5ABEB930-B612-4411-A7E3-DDE3EC40677B}" dt="2020-09-18T03:46:55.270" v="3"/>
          <pc:sldLayoutMkLst>
            <pc:docMk/>
            <pc:sldMasterMk cId="1129544765" sldId="2147483738"/>
            <pc:sldLayoutMk cId="2375415373" sldId="2147483741"/>
          </pc:sldLayoutMkLst>
        </pc:sldLayoutChg>
        <pc:sldLayoutChg chg="add del mod replId">
          <pc:chgData name="Sarveshwaran Mahadevan" userId="S::1032180515@mitwpu.ac.in::e5c1bd89-7080-414b-963e-f82e9bff7373" providerId="AD" clId="Web-{5ABEB930-B612-4411-A7E3-DDE3EC40677B}" dt="2020-09-18T03:46:55.270" v="3"/>
          <pc:sldLayoutMkLst>
            <pc:docMk/>
            <pc:sldMasterMk cId="1129544765" sldId="2147483738"/>
            <pc:sldLayoutMk cId="4209770774" sldId="2147483742"/>
          </pc:sldLayoutMkLst>
        </pc:sldLayoutChg>
        <pc:sldLayoutChg chg="add del mod replId">
          <pc:chgData name="Sarveshwaran Mahadevan" userId="S::1032180515@mitwpu.ac.in::e5c1bd89-7080-414b-963e-f82e9bff7373" providerId="AD" clId="Web-{5ABEB930-B612-4411-A7E3-DDE3EC40677B}" dt="2020-09-18T03:46:55.270" v="3"/>
          <pc:sldLayoutMkLst>
            <pc:docMk/>
            <pc:sldMasterMk cId="1129544765" sldId="2147483738"/>
            <pc:sldLayoutMk cId="2422563529" sldId="2147483743"/>
          </pc:sldLayoutMkLst>
        </pc:sldLayoutChg>
        <pc:sldLayoutChg chg="add del mod replId">
          <pc:chgData name="Sarveshwaran Mahadevan" userId="S::1032180515@mitwpu.ac.in::e5c1bd89-7080-414b-963e-f82e9bff7373" providerId="AD" clId="Web-{5ABEB930-B612-4411-A7E3-DDE3EC40677B}" dt="2020-09-18T03:46:55.270" v="3"/>
          <pc:sldLayoutMkLst>
            <pc:docMk/>
            <pc:sldMasterMk cId="1129544765" sldId="2147483738"/>
            <pc:sldLayoutMk cId="4032570871" sldId="2147483744"/>
          </pc:sldLayoutMkLst>
        </pc:sldLayoutChg>
        <pc:sldLayoutChg chg="add del mod replId">
          <pc:chgData name="Sarveshwaran Mahadevan" userId="S::1032180515@mitwpu.ac.in::e5c1bd89-7080-414b-963e-f82e9bff7373" providerId="AD" clId="Web-{5ABEB930-B612-4411-A7E3-DDE3EC40677B}" dt="2020-09-18T03:46:55.270" v="3"/>
          <pc:sldLayoutMkLst>
            <pc:docMk/>
            <pc:sldMasterMk cId="1129544765" sldId="2147483738"/>
            <pc:sldLayoutMk cId="1645529393" sldId="2147483745"/>
          </pc:sldLayoutMkLst>
        </pc:sldLayoutChg>
        <pc:sldLayoutChg chg="add del mod replId">
          <pc:chgData name="Sarveshwaran Mahadevan" userId="S::1032180515@mitwpu.ac.in::e5c1bd89-7080-414b-963e-f82e9bff7373" providerId="AD" clId="Web-{5ABEB930-B612-4411-A7E3-DDE3EC40677B}" dt="2020-09-18T03:46:55.270" v="3"/>
          <pc:sldLayoutMkLst>
            <pc:docMk/>
            <pc:sldMasterMk cId="1129544765" sldId="2147483738"/>
            <pc:sldLayoutMk cId="1067453044" sldId="2147483746"/>
          </pc:sldLayoutMkLst>
        </pc:sldLayoutChg>
        <pc:sldLayoutChg chg="add del mod replId">
          <pc:chgData name="Sarveshwaran Mahadevan" userId="S::1032180515@mitwpu.ac.in::e5c1bd89-7080-414b-963e-f82e9bff7373" providerId="AD" clId="Web-{5ABEB930-B612-4411-A7E3-DDE3EC40677B}" dt="2020-09-18T03:46:55.270" v="3"/>
          <pc:sldLayoutMkLst>
            <pc:docMk/>
            <pc:sldMasterMk cId="1129544765" sldId="2147483738"/>
            <pc:sldLayoutMk cId="3346057192" sldId="2147483747"/>
          </pc:sldLayoutMkLst>
        </pc:sldLayoutChg>
        <pc:sldLayoutChg chg="add del mod replId">
          <pc:chgData name="Sarveshwaran Mahadevan" userId="S::1032180515@mitwpu.ac.in::e5c1bd89-7080-414b-963e-f82e9bff7373" providerId="AD" clId="Web-{5ABEB930-B612-4411-A7E3-DDE3EC40677B}" dt="2020-09-18T03:46:55.270" v="3"/>
          <pc:sldLayoutMkLst>
            <pc:docMk/>
            <pc:sldMasterMk cId="1129544765" sldId="2147483738"/>
            <pc:sldLayoutMk cId="321761147" sldId="2147483748"/>
          </pc:sldLayoutMkLst>
        </pc:sldLayoutChg>
        <pc:sldLayoutChg chg="add del mod replId">
          <pc:chgData name="Sarveshwaran Mahadevan" userId="S::1032180515@mitwpu.ac.in::e5c1bd89-7080-414b-963e-f82e9bff7373" providerId="AD" clId="Web-{5ABEB930-B612-4411-A7E3-DDE3EC40677B}" dt="2020-09-18T03:46:55.270" v="3"/>
          <pc:sldLayoutMkLst>
            <pc:docMk/>
            <pc:sldMasterMk cId="1129544765" sldId="2147483738"/>
            <pc:sldLayoutMk cId="4091064215" sldId="2147483749"/>
          </pc:sldLayoutMkLst>
        </pc:sldLayoutChg>
      </pc:sldMasterChg>
      <pc:sldMasterChg chg="add addSldLayout modSldLayout">
        <pc:chgData name="Sarveshwaran Mahadevan" userId="S::1032180515@mitwpu.ac.in::e5c1bd89-7080-414b-963e-f82e9bff7373" providerId="AD" clId="Web-{5ABEB930-B612-4411-A7E3-DDE3EC40677B}" dt="2020-09-18T03:47:25.755" v="4"/>
        <pc:sldMasterMkLst>
          <pc:docMk/>
          <pc:sldMasterMk cId="2535268934" sldId="2147483738"/>
        </pc:sldMasterMkLst>
        <pc:sldLayoutChg chg="add mod replId">
          <pc:chgData name="Sarveshwaran Mahadevan" userId="S::1032180515@mitwpu.ac.in::e5c1bd89-7080-414b-963e-f82e9bff7373" providerId="AD" clId="Web-{5ABEB930-B612-4411-A7E3-DDE3EC40677B}" dt="2020-09-18T03:47:25.755" v="4"/>
          <pc:sldLayoutMkLst>
            <pc:docMk/>
            <pc:sldMasterMk cId="2535268934" sldId="2147483738"/>
            <pc:sldLayoutMk cId="643546539" sldId="2147483739"/>
          </pc:sldLayoutMkLst>
        </pc:sldLayoutChg>
        <pc:sldLayoutChg chg="add mod replId">
          <pc:chgData name="Sarveshwaran Mahadevan" userId="S::1032180515@mitwpu.ac.in::e5c1bd89-7080-414b-963e-f82e9bff7373" providerId="AD" clId="Web-{5ABEB930-B612-4411-A7E3-DDE3EC40677B}" dt="2020-09-18T03:47:25.755" v="4"/>
          <pc:sldLayoutMkLst>
            <pc:docMk/>
            <pc:sldMasterMk cId="2535268934" sldId="2147483738"/>
            <pc:sldLayoutMk cId="2139436125" sldId="2147483740"/>
          </pc:sldLayoutMkLst>
        </pc:sldLayoutChg>
        <pc:sldLayoutChg chg="add mod replId">
          <pc:chgData name="Sarveshwaran Mahadevan" userId="S::1032180515@mitwpu.ac.in::e5c1bd89-7080-414b-963e-f82e9bff7373" providerId="AD" clId="Web-{5ABEB930-B612-4411-A7E3-DDE3EC40677B}" dt="2020-09-18T03:47:25.755" v="4"/>
          <pc:sldLayoutMkLst>
            <pc:docMk/>
            <pc:sldMasterMk cId="2535268934" sldId="2147483738"/>
            <pc:sldLayoutMk cId="1174799018" sldId="2147483741"/>
          </pc:sldLayoutMkLst>
        </pc:sldLayoutChg>
        <pc:sldLayoutChg chg="add mod replId">
          <pc:chgData name="Sarveshwaran Mahadevan" userId="S::1032180515@mitwpu.ac.in::e5c1bd89-7080-414b-963e-f82e9bff7373" providerId="AD" clId="Web-{5ABEB930-B612-4411-A7E3-DDE3EC40677B}" dt="2020-09-18T03:47:25.755" v="4"/>
          <pc:sldLayoutMkLst>
            <pc:docMk/>
            <pc:sldMasterMk cId="2535268934" sldId="2147483738"/>
            <pc:sldLayoutMk cId="707442939" sldId="2147483742"/>
          </pc:sldLayoutMkLst>
        </pc:sldLayoutChg>
        <pc:sldLayoutChg chg="add mod replId">
          <pc:chgData name="Sarveshwaran Mahadevan" userId="S::1032180515@mitwpu.ac.in::e5c1bd89-7080-414b-963e-f82e9bff7373" providerId="AD" clId="Web-{5ABEB930-B612-4411-A7E3-DDE3EC40677B}" dt="2020-09-18T03:47:25.755" v="4"/>
          <pc:sldLayoutMkLst>
            <pc:docMk/>
            <pc:sldMasterMk cId="2535268934" sldId="2147483738"/>
            <pc:sldLayoutMk cId="3218301397" sldId="2147483743"/>
          </pc:sldLayoutMkLst>
        </pc:sldLayoutChg>
        <pc:sldLayoutChg chg="add mod replId">
          <pc:chgData name="Sarveshwaran Mahadevan" userId="S::1032180515@mitwpu.ac.in::e5c1bd89-7080-414b-963e-f82e9bff7373" providerId="AD" clId="Web-{5ABEB930-B612-4411-A7E3-DDE3EC40677B}" dt="2020-09-18T03:47:25.755" v="4"/>
          <pc:sldLayoutMkLst>
            <pc:docMk/>
            <pc:sldMasterMk cId="2535268934" sldId="2147483738"/>
            <pc:sldLayoutMk cId="503414318" sldId="2147483744"/>
          </pc:sldLayoutMkLst>
        </pc:sldLayoutChg>
        <pc:sldLayoutChg chg="add mod replId">
          <pc:chgData name="Sarveshwaran Mahadevan" userId="S::1032180515@mitwpu.ac.in::e5c1bd89-7080-414b-963e-f82e9bff7373" providerId="AD" clId="Web-{5ABEB930-B612-4411-A7E3-DDE3EC40677B}" dt="2020-09-18T03:47:25.755" v="4"/>
          <pc:sldLayoutMkLst>
            <pc:docMk/>
            <pc:sldMasterMk cId="2535268934" sldId="2147483738"/>
            <pc:sldLayoutMk cId="105934499" sldId="2147483745"/>
          </pc:sldLayoutMkLst>
        </pc:sldLayoutChg>
        <pc:sldLayoutChg chg="add mod replId">
          <pc:chgData name="Sarveshwaran Mahadevan" userId="S::1032180515@mitwpu.ac.in::e5c1bd89-7080-414b-963e-f82e9bff7373" providerId="AD" clId="Web-{5ABEB930-B612-4411-A7E3-DDE3EC40677B}" dt="2020-09-18T03:47:25.755" v="4"/>
          <pc:sldLayoutMkLst>
            <pc:docMk/>
            <pc:sldMasterMk cId="2535268934" sldId="2147483738"/>
            <pc:sldLayoutMk cId="3701036634" sldId="2147483746"/>
          </pc:sldLayoutMkLst>
        </pc:sldLayoutChg>
        <pc:sldLayoutChg chg="add mod replId">
          <pc:chgData name="Sarveshwaran Mahadevan" userId="S::1032180515@mitwpu.ac.in::e5c1bd89-7080-414b-963e-f82e9bff7373" providerId="AD" clId="Web-{5ABEB930-B612-4411-A7E3-DDE3EC40677B}" dt="2020-09-18T03:47:25.755" v="4"/>
          <pc:sldLayoutMkLst>
            <pc:docMk/>
            <pc:sldMasterMk cId="2535268934" sldId="2147483738"/>
            <pc:sldLayoutMk cId="2618519030" sldId="2147483747"/>
          </pc:sldLayoutMkLst>
        </pc:sldLayoutChg>
        <pc:sldLayoutChg chg="add mod replId">
          <pc:chgData name="Sarveshwaran Mahadevan" userId="S::1032180515@mitwpu.ac.in::e5c1bd89-7080-414b-963e-f82e9bff7373" providerId="AD" clId="Web-{5ABEB930-B612-4411-A7E3-DDE3EC40677B}" dt="2020-09-18T03:47:25.755" v="4"/>
          <pc:sldLayoutMkLst>
            <pc:docMk/>
            <pc:sldMasterMk cId="2535268934" sldId="2147483738"/>
            <pc:sldLayoutMk cId="1343971847" sldId="2147483748"/>
          </pc:sldLayoutMkLst>
        </pc:sldLayoutChg>
        <pc:sldLayoutChg chg="add mod replId">
          <pc:chgData name="Sarveshwaran Mahadevan" userId="S::1032180515@mitwpu.ac.in::e5c1bd89-7080-414b-963e-f82e9bff7373" providerId="AD" clId="Web-{5ABEB930-B612-4411-A7E3-DDE3EC40677B}" dt="2020-09-18T03:47:25.755" v="4"/>
          <pc:sldLayoutMkLst>
            <pc:docMk/>
            <pc:sldMasterMk cId="2535268934" sldId="2147483738"/>
            <pc:sldLayoutMk cId="554923674" sldId="2147483749"/>
          </pc:sldLayoutMkLst>
        </pc:sldLayoutChg>
      </pc:sldMasterChg>
    </pc:docChg>
  </pc:docChgLst>
  <pc:docChgLst>
    <pc:chgData name="Saumitra Mahajan" userId="S::1032181346@mitwpu.ac.in::2c54bc9e-63b5-4a7c-99b5-733289fc5daa" providerId="AD" clId="Web-{BD8EC83A-AAF5-42CB-BE49-7AEF57B87796}"/>
    <pc:docChg chg="delSld modSld addMainMaster delMainMaster">
      <pc:chgData name="Saumitra Mahajan" userId="S::1032181346@mitwpu.ac.in::2c54bc9e-63b5-4a7c-99b5-733289fc5daa" providerId="AD" clId="Web-{BD8EC83A-AAF5-42CB-BE49-7AEF57B87796}" dt="2020-09-18T03:54:10.150" v="571" actId="20577"/>
      <pc:docMkLst>
        <pc:docMk/>
      </pc:docMkLst>
      <pc:sldChg chg="delSp modSp del">
        <pc:chgData name="Saumitra Mahajan" userId="S::1032181346@mitwpu.ac.in::2c54bc9e-63b5-4a7c-99b5-733289fc5daa" providerId="AD" clId="Web-{BD8EC83A-AAF5-42CB-BE49-7AEF57B87796}" dt="2020-09-18T03:29:43.020" v="13"/>
        <pc:sldMkLst>
          <pc:docMk/>
          <pc:sldMk cId="0" sldId="256"/>
        </pc:sldMkLst>
        <pc:spChg chg="mod">
          <ac:chgData name="Saumitra Mahajan" userId="S::1032181346@mitwpu.ac.in::2c54bc9e-63b5-4a7c-99b5-733289fc5daa" providerId="AD" clId="Web-{BD8EC83A-AAF5-42CB-BE49-7AEF57B87796}" dt="2020-09-18T03:29:29.114" v="8" actId="20577"/>
          <ac:spMkLst>
            <pc:docMk/>
            <pc:sldMk cId="0" sldId="256"/>
            <ac:spMk id="3" creationId="{00000000-0000-0000-0000-000000000000}"/>
          </ac:spMkLst>
        </pc:spChg>
        <pc:spChg chg="del">
          <ac:chgData name="Saumitra Mahajan" userId="S::1032181346@mitwpu.ac.in::2c54bc9e-63b5-4a7c-99b5-733289fc5daa" providerId="AD" clId="Web-{BD8EC83A-AAF5-42CB-BE49-7AEF57B87796}" dt="2020-09-18T03:29:32.583" v="11"/>
          <ac:spMkLst>
            <pc:docMk/>
            <pc:sldMk cId="0" sldId="256"/>
            <ac:spMk id="5" creationId="{00000000-0000-0000-0000-000000000000}"/>
          </ac:spMkLst>
        </pc:spChg>
        <pc:spChg chg="del">
          <ac:chgData name="Saumitra Mahajan" userId="S::1032181346@mitwpu.ac.in::2c54bc9e-63b5-4a7c-99b5-733289fc5daa" providerId="AD" clId="Web-{BD8EC83A-AAF5-42CB-BE49-7AEF57B87796}" dt="2020-09-18T03:29:33.583" v="12"/>
          <ac:spMkLst>
            <pc:docMk/>
            <pc:sldMk cId="0" sldId="256"/>
            <ac:spMk id="6" creationId="{00000000-0000-0000-0000-000000000000}"/>
          </ac:spMkLst>
        </pc:spChg>
      </pc:sldChg>
      <pc:sldChg chg="addSp delSp modSp mod setBg modClrScheme chgLayout">
        <pc:chgData name="Saumitra Mahajan" userId="S::1032181346@mitwpu.ac.in::2c54bc9e-63b5-4a7c-99b5-733289fc5daa" providerId="AD" clId="Web-{BD8EC83A-AAF5-42CB-BE49-7AEF57B87796}" dt="2020-09-18T03:49:05.580" v="458" actId="14100"/>
        <pc:sldMkLst>
          <pc:docMk/>
          <pc:sldMk cId="0" sldId="257"/>
        </pc:sldMkLst>
        <pc:spChg chg="mod ord">
          <ac:chgData name="Saumitra Mahajan" userId="S::1032181346@mitwpu.ac.in::2c54bc9e-63b5-4a7c-99b5-733289fc5daa" providerId="AD" clId="Web-{BD8EC83A-AAF5-42CB-BE49-7AEF57B87796}" dt="2020-09-18T03:46:08.779" v="447"/>
          <ac:spMkLst>
            <pc:docMk/>
            <pc:sldMk cId="0" sldId="257"/>
            <ac:spMk id="2" creationId="{00000000-0000-0000-0000-000000000000}"/>
          </ac:spMkLst>
        </pc:spChg>
        <pc:spChg chg="add mod">
          <ac:chgData name="Saumitra Mahajan" userId="S::1032181346@mitwpu.ac.in::2c54bc9e-63b5-4a7c-99b5-733289fc5daa" providerId="AD" clId="Web-{BD8EC83A-AAF5-42CB-BE49-7AEF57B87796}" dt="2020-09-18T03:49:00.126" v="457" actId="1076"/>
          <ac:spMkLst>
            <pc:docMk/>
            <pc:sldMk cId="0" sldId="257"/>
            <ac:spMk id="4" creationId="{5FAD7C5D-9721-4BB9-A158-AFE923BDB523}"/>
          </ac:spMkLst>
        </pc:spChg>
        <pc:spChg chg="add del">
          <ac:chgData name="Saumitra Mahajan" userId="S::1032181346@mitwpu.ac.in::2c54bc9e-63b5-4a7c-99b5-733289fc5daa" providerId="AD" clId="Web-{BD8EC83A-AAF5-42CB-BE49-7AEF57B87796}" dt="2020-09-18T03:35:19.310" v="220"/>
          <ac:spMkLst>
            <pc:docMk/>
            <pc:sldMk cId="0" sldId="257"/>
            <ac:spMk id="5" creationId="{541219DC-0EDD-4BFC-B3CF-0D808D538B24}"/>
          </ac:spMkLst>
        </pc:spChg>
        <pc:spChg chg="add del">
          <ac:chgData name="Saumitra Mahajan" userId="S::1032181346@mitwpu.ac.in::2c54bc9e-63b5-4a7c-99b5-733289fc5daa" providerId="AD" clId="Web-{BD8EC83A-AAF5-42CB-BE49-7AEF57B87796}" dt="2020-09-18T03:37:05.156" v="225"/>
          <ac:spMkLst>
            <pc:docMk/>
            <pc:sldMk cId="0" sldId="257"/>
            <ac:spMk id="6" creationId="{F417A6C1-C57B-45F8-B322-9B605D367E8B}"/>
          </ac:spMkLst>
        </pc:spChg>
        <pc:spChg chg="add del">
          <ac:chgData name="Saumitra Mahajan" userId="S::1032181346@mitwpu.ac.in::2c54bc9e-63b5-4a7c-99b5-733289fc5daa" providerId="AD" clId="Web-{BD8EC83A-AAF5-42CB-BE49-7AEF57B87796}" dt="2020-09-18T03:37:02.969" v="224"/>
          <ac:spMkLst>
            <pc:docMk/>
            <pc:sldMk cId="0" sldId="257"/>
            <ac:spMk id="7" creationId="{A653183F-1177-46DD-B8ED-9BA6B1A27868}"/>
          </ac:spMkLst>
        </pc:spChg>
        <pc:spChg chg="add mod">
          <ac:chgData name="Saumitra Mahajan" userId="S::1032181346@mitwpu.ac.in::2c54bc9e-63b5-4a7c-99b5-733289fc5daa" providerId="AD" clId="Web-{BD8EC83A-AAF5-42CB-BE49-7AEF57B87796}" dt="2020-09-18T03:49:05.580" v="458" actId="14100"/>
          <ac:spMkLst>
            <pc:docMk/>
            <pc:sldMk cId="0" sldId="257"/>
            <ac:spMk id="8" creationId="{F161002F-192B-4C97-8F2E-C3D171BC7CB5}"/>
          </ac:spMkLst>
        </pc:spChg>
        <pc:spChg chg="add del mod">
          <ac:chgData name="Saumitra Mahajan" userId="S::1032181346@mitwpu.ac.in::2c54bc9e-63b5-4a7c-99b5-733289fc5daa" providerId="AD" clId="Web-{BD8EC83A-AAF5-42CB-BE49-7AEF57B87796}" dt="2020-09-18T03:39:08.612" v="243"/>
          <ac:spMkLst>
            <pc:docMk/>
            <pc:sldMk cId="0" sldId="257"/>
            <ac:spMk id="9" creationId="{F576AFD1-70D0-4932-87E0-4AD502B9AEB3}"/>
          </ac:spMkLst>
        </pc:spChg>
      </pc:sldChg>
      <pc:sldChg chg="modSp mod modClrScheme chgLayout">
        <pc:chgData name="Saumitra Mahajan" userId="S::1032181346@mitwpu.ac.in::2c54bc9e-63b5-4a7c-99b5-733289fc5daa" providerId="AD" clId="Web-{BD8EC83A-AAF5-42CB-BE49-7AEF57B87796}" dt="2020-09-18T03:54:10.150" v="570" actId="20577"/>
        <pc:sldMkLst>
          <pc:docMk/>
          <pc:sldMk cId="0" sldId="259"/>
        </pc:sldMkLst>
        <pc:spChg chg="mod ord">
          <ac:chgData name="Saumitra Mahajan" userId="S::1032181346@mitwpu.ac.in::2c54bc9e-63b5-4a7c-99b5-733289fc5daa" providerId="AD" clId="Web-{BD8EC83A-AAF5-42CB-BE49-7AEF57B87796}" dt="2020-09-18T03:46:08.779" v="447"/>
          <ac:spMkLst>
            <pc:docMk/>
            <pc:sldMk cId="0" sldId="259"/>
            <ac:spMk id="2" creationId="{00000000-0000-0000-0000-000000000000}"/>
          </ac:spMkLst>
        </pc:spChg>
        <pc:spChg chg="mod">
          <ac:chgData name="Saumitra Mahajan" userId="S::1032181346@mitwpu.ac.in::2c54bc9e-63b5-4a7c-99b5-733289fc5daa" providerId="AD" clId="Web-{BD8EC83A-AAF5-42CB-BE49-7AEF57B87796}" dt="2020-09-18T03:54:10.150" v="570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 modClrScheme chgLayout">
        <pc:chgData name="Saumitra Mahajan" userId="S::1032181346@mitwpu.ac.in::2c54bc9e-63b5-4a7c-99b5-733289fc5daa" providerId="AD" clId="Web-{BD8EC83A-AAF5-42CB-BE49-7AEF57B87796}" dt="2020-09-18T03:46:08.779" v="447"/>
        <pc:sldMkLst>
          <pc:docMk/>
          <pc:sldMk cId="0" sldId="260"/>
        </pc:sldMkLst>
        <pc:spChg chg="mod ord">
          <ac:chgData name="Saumitra Mahajan" userId="S::1032181346@mitwpu.ac.in::2c54bc9e-63b5-4a7c-99b5-733289fc5daa" providerId="AD" clId="Web-{BD8EC83A-AAF5-42CB-BE49-7AEF57B87796}" dt="2020-09-18T03:46:08.779" v="447"/>
          <ac:spMkLst>
            <pc:docMk/>
            <pc:sldMk cId="0" sldId="260"/>
            <ac:spMk id="2" creationId="{00000000-0000-0000-0000-000000000000}"/>
          </ac:spMkLst>
        </pc:spChg>
      </pc:sldChg>
      <pc:sldChg chg="modSp mod modClrScheme chgLayout">
        <pc:chgData name="Saumitra Mahajan" userId="S::1032181346@mitwpu.ac.in::2c54bc9e-63b5-4a7c-99b5-733289fc5daa" providerId="AD" clId="Web-{BD8EC83A-AAF5-42CB-BE49-7AEF57B87796}" dt="2020-09-18T03:46:08.779" v="447"/>
        <pc:sldMkLst>
          <pc:docMk/>
          <pc:sldMk cId="0" sldId="261"/>
        </pc:sldMkLst>
        <pc:spChg chg="mod ord">
          <ac:chgData name="Saumitra Mahajan" userId="S::1032181346@mitwpu.ac.in::2c54bc9e-63b5-4a7c-99b5-733289fc5daa" providerId="AD" clId="Web-{BD8EC83A-AAF5-42CB-BE49-7AEF57B87796}" dt="2020-09-18T03:46:08.779" v="447"/>
          <ac:spMkLst>
            <pc:docMk/>
            <pc:sldMk cId="0" sldId="261"/>
            <ac:spMk id="2" creationId="{00000000-0000-0000-0000-000000000000}"/>
          </ac:spMkLst>
        </pc:spChg>
      </pc:sldChg>
      <pc:sldChg chg="modSp mod modClrScheme chgLayout">
        <pc:chgData name="Saumitra Mahajan" userId="S::1032181346@mitwpu.ac.in::2c54bc9e-63b5-4a7c-99b5-733289fc5daa" providerId="AD" clId="Web-{BD8EC83A-AAF5-42CB-BE49-7AEF57B87796}" dt="2020-09-18T03:51:59.100" v="461" actId="20577"/>
        <pc:sldMkLst>
          <pc:docMk/>
          <pc:sldMk cId="0" sldId="262"/>
        </pc:sldMkLst>
        <pc:spChg chg="mod ord">
          <ac:chgData name="Saumitra Mahajan" userId="S::1032181346@mitwpu.ac.in::2c54bc9e-63b5-4a7c-99b5-733289fc5daa" providerId="AD" clId="Web-{BD8EC83A-AAF5-42CB-BE49-7AEF57B87796}" dt="2020-09-18T03:46:08.779" v="447"/>
          <ac:spMkLst>
            <pc:docMk/>
            <pc:sldMk cId="0" sldId="262"/>
            <ac:spMk id="2" creationId="{00000000-0000-0000-0000-000000000000}"/>
          </ac:spMkLst>
        </pc:spChg>
        <pc:spChg chg="mod">
          <ac:chgData name="Saumitra Mahajan" userId="S::1032181346@mitwpu.ac.in::2c54bc9e-63b5-4a7c-99b5-733289fc5daa" providerId="AD" clId="Web-{BD8EC83A-AAF5-42CB-BE49-7AEF57B87796}" dt="2020-09-18T03:51:59.100" v="461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 modClrScheme chgLayout">
        <pc:chgData name="Saumitra Mahajan" userId="S::1032181346@mitwpu.ac.in::2c54bc9e-63b5-4a7c-99b5-733289fc5daa" providerId="AD" clId="Web-{BD8EC83A-AAF5-42CB-BE49-7AEF57B87796}" dt="2020-09-18T03:46:08.779" v="447"/>
        <pc:sldMkLst>
          <pc:docMk/>
          <pc:sldMk cId="0" sldId="263"/>
        </pc:sldMkLst>
        <pc:spChg chg="mod ord">
          <ac:chgData name="Saumitra Mahajan" userId="S::1032181346@mitwpu.ac.in::2c54bc9e-63b5-4a7c-99b5-733289fc5daa" providerId="AD" clId="Web-{BD8EC83A-AAF5-42CB-BE49-7AEF57B87796}" dt="2020-09-18T03:46:08.779" v="447"/>
          <ac:spMkLst>
            <pc:docMk/>
            <pc:sldMk cId="0" sldId="263"/>
            <ac:spMk id="2" creationId="{00000000-0000-0000-0000-000000000000}"/>
          </ac:spMkLst>
        </pc:spChg>
      </pc:sldChg>
      <pc:sldChg chg="modSp mod modClrScheme chgLayout">
        <pc:chgData name="Saumitra Mahajan" userId="S::1032181346@mitwpu.ac.in::2c54bc9e-63b5-4a7c-99b5-733289fc5daa" providerId="AD" clId="Web-{BD8EC83A-AAF5-42CB-BE49-7AEF57B87796}" dt="2020-09-18T03:46:08.779" v="447"/>
        <pc:sldMkLst>
          <pc:docMk/>
          <pc:sldMk cId="0" sldId="264"/>
        </pc:sldMkLst>
        <pc:spChg chg="mod ord">
          <ac:chgData name="Saumitra Mahajan" userId="S::1032181346@mitwpu.ac.in::2c54bc9e-63b5-4a7c-99b5-733289fc5daa" providerId="AD" clId="Web-{BD8EC83A-AAF5-42CB-BE49-7AEF57B87796}" dt="2020-09-18T03:46:08.779" v="447"/>
          <ac:spMkLst>
            <pc:docMk/>
            <pc:sldMk cId="0" sldId="264"/>
            <ac:spMk id="2" creationId="{00000000-0000-0000-0000-000000000000}"/>
          </ac:spMkLst>
        </pc:spChg>
      </pc:sldChg>
      <pc:sldChg chg="modSp mod modClrScheme chgLayout">
        <pc:chgData name="Saumitra Mahajan" userId="S::1032181346@mitwpu.ac.in::2c54bc9e-63b5-4a7c-99b5-733289fc5daa" providerId="AD" clId="Web-{BD8EC83A-AAF5-42CB-BE49-7AEF57B87796}" dt="2020-09-18T03:46:08.779" v="447"/>
        <pc:sldMkLst>
          <pc:docMk/>
          <pc:sldMk cId="0" sldId="265"/>
        </pc:sldMkLst>
        <pc:spChg chg="mod ord">
          <ac:chgData name="Saumitra Mahajan" userId="S::1032181346@mitwpu.ac.in::2c54bc9e-63b5-4a7c-99b5-733289fc5daa" providerId="AD" clId="Web-{BD8EC83A-AAF5-42CB-BE49-7AEF57B87796}" dt="2020-09-18T03:46:08.779" v="447"/>
          <ac:spMkLst>
            <pc:docMk/>
            <pc:sldMk cId="0" sldId="265"/>
            <ac:spMk id="2" creationId="{00000000-0000-0000-0000-000000000000}"/>
          </ac:spMkLst>
        </pc:spChg>
      </pc:sldChg>
      <pc:sldChg chg="modSp mod modClrScheme chgLayout">
        <pc:chgData name="Saumitra Mahajan" userId="S::1032181346@mitwpu.ac.in::2c54bc9e-63b5-4a7c-99b5-733289fc5daa" providerId="AD" clId="Web-{BD8EC83A-AAF5-42CB-BE49-7AEF57B87796}" dt="2020-09-18T03:46:08.779" v="447"/>
        <pc:sldMkLst>
          <pc:docMk/>
          <pc:sldMk cId="0" sldId="266"/>
        </pc:sldMkLst>
        <pc:spChg chg="mod ord">
          <ac:chgData name="Saumitra Mahajan" userId="S::1032181346@mitwpu.ac.in::2c54bc9e-63b5-4a7c-99b5-733289fc5daa" providerId="AD" clId="Web-{BD8EC83A-AAF5-42CB-BE49-7AEF57B87796}" dt="2020-09-18T03:46:08.779" v="447"/>
          <ac:spMkLst>
            <pc:docMk/>
            <pc:sldMk cId="0" sldId="266"/>
            <ac:spMk id="2" creationId="{00000000-0000-0000-0000-000000000000}"/>
          </ac:spMkLst>
        </pc:spChg>
      </pc:sldChg>
      <pc:sldChg chg="modSp mod modClrScheme chgLayout">
        <pc:chgData name="Saumitra Mahajan" userId="S::1032181346@mitwpu.ac.in::2c54bc9e-63b5-4a7c-99b5-733289fc5daa" providerId="AD" clId="Web-{BD8EC83A-AAF5-42CB-BE49-7AEF57B87796}" dt="2020-09-18T03:46:08.779" v="447"/>
        <pc:sldMkLst>
          <pc:docMk/>
          <pc:sldMk cId="0" sldId="267"/>
        </pc:sldMkLst>
        <pc:spChg chg="mod ord">
          <ac:chgData name="Saumitra Mahajan" userId="S::1032181346@mitwpu.ac.in::2c54bc9e-63b5-4a7c-99b5-733289fc5daa" providerId="AD" clId="Web-{BD8EC83A-AAF5-42CB-BE49-7AEF57B87796}" dt="2020-09-18T03:46:08.779" v="447"/>
          <ac:spMkLst>
            <pc:docMk/>
            <pc:sldMk cId="0" sldId="267"/>
            <ac:spMk id="2" creationId="{00000000-0000-0000-0000-000000000000}"/>
          </ac:spMkLst>
        </pc:spChg>
      </pc:sldChg>
      <pc:sldChg chg="modSp mod modClrScheme chgLayout">
        <pc:chgData name="Saumitra Mahajan" userId="S::1032181346@mitwpu.ac.in::2c54bc9e-63b5-4a7c-99b5-733289fc5daa" providerId="AD" clId="Web-{BD8EC83A-AAF5-42CB-BE49-7AEF57B87796}" dt="2020-09-18T03:47:13.421" v="448" actId="20577"/>
        <pc:sldMkLst>
          <pc:docMk/>
          <pc:sldMk cId="0" sldId="268"/>
        </pc:sldMkLst>
        <pc:spChg chg="mod">
          <ac:chgData name="Saumitra Mahajan" userId="S::1032181346@mitwpu.ac.in::2c54bc9e-63b5-4a7c-99b5-733289fc5daa" providerId="AD" clId="Web-{BD8EC83A-AAF5-42CB-BE49-7AEF57B87796}" dt="2020-09-18T03:47:13.421" v="448" actId="20577"/>
          <ac:spMkLst>
            <pc:docMk/>
            <pc:sldMk cId="0" sldId="268"/>
            <ac:spMk id="2" creationId="{00000000-0000-0000-0000-000000000000}"/>
          </ac:spMkLst>
        </pc:spChg>
      </pc:sldChg>
      <pc:sldChg chg="modSp mod modClrScheme chgLayout">
        <pc:chgData name="Saumitra Mahajan" userId="S::1032181346@mitwpu.ac.in::2c54bc9e-63b5-4a7c-99b5-733289fc5daa" providerId="AD" clId="Web-{BD8EC83A-AAF5-42CB-BE49-7AEF57B87796}" dt="2020-09-18T03:46:08.779" v="447"/>
        <pc:sldMkLst>
          <pc:docMk/>
          <pc:sldMk cId="0" sldId="269"/>
        </pc:sldMkLst>
        <pc:spChg chg="mod ord">
          <ac:chgData name="Saumitra Mahajan" userId="S::1032181346@mitwpu.ac.in::2c54bc9e-63b5-4a7c-99b5-733289fc5daa" providerId="AD" clId="Web-{BD8EC83A-AAF5-42CB-BE49-7AEF57B87796}" dt="2020-09-18T03:46:08.779" v="447"/>
          <ac:spMkLst>
            <pc:docMk/>
            <pc:sldMk cId="0" sldId="269"/>
            <ac:spMk id="2" creationId="{00000000-0000-0000-0000-000000000000}"/>
          </ac:spMkLst>
        </pc:spChg>
      </pc:sldChg>
      <pc:sldChg chg="modSp mod modClrScheme chgLayout">
        <pc:chgData name="Saumitra Mahajan" userId="S::1032181346@mitwpu.ac.in::2c54bc9e-63b5-4a7c-99b5-733289fc5daa" providerId="AD" clId="Web-{BD8EC83A-AAF5-42CB-BE49-7AEF57B87796}" dt="2020-09-18T03:46:08.779" v="447"/>
        <pc:sldMkLst>
          <pc:docMk/>
          <pc:sldMk cId="0" sldId="270"/>
        </pc:sldMkLst>
        <pc:spChg chg="mod ord">
          <ac:chgData name="Saumitra Mahajan" userId="S::1032181346@mitwpu.ac.in::2c54bc9e-63b5-4a7c-99b5-733289fc5daa" providerId="AD" clId="Web-{BD8EC83A-AAF5-42CB-BE49-7AEF57B87796}" dt="2020-09-18T03:46:08.779" v="447"/>
          <ac:spMkLst>
            <pc:docMk/>
            <pc:sldMk cId="0" sldId="270"/>
            <ac:spMk id="2" creationId="{00000000-0000-0000-0000-000000000000}"/>
          </ac:spMkLst>
        </pc:spChg>
      </pc:sldChg>
      <pc:sldChg chg="modSp mod modClrScheme chgLayout">
        <pc:chgData name="Saumitra Mahajan" userId="S::1032181346@mitwpu.ac.in::2c54bc9e-63b5-4a7c-99b5-733289fc5daa" providerId="AD" clId="Web-{BD8EC83A-AAF5-42CB-BE49-7AEF57B87796}" dt="2020-09-18T03:46:08.779" v="447"/>
        <pc:sldMkLst>
          <pc:docMk/>
          <pc:sldMk cId="0" sldId="271"/>
        </pc:sldMkLst>
        <pc:spChg chg="mod ord">
          <ac:chgData name="Saumitra Mahajan" userId="S::1032181346@mitwpu.ac.in::2c54bc9e-63b5-4a7c-99b5-733289fc5daa" providerId="AD" clId="Web-{BD8EC83A-AAF5-42CB-BE49-7AEF57B87796}" dt="2020-09-18T03:46:08.779" v="447"/>
          <ac:spMkLst>
            <pc:docMk/>
            <pc:sldMk cId="0" sldId="271"/>
            <ac:spMk id="2" creationId="{00000000-0000-0000-0000-000000000000}"/>
          </ac:spMkLst>
        </pc:spChg>
      </pc:sldChg>
      <pc:sldChg chg="addSp delSp modSp mod modClrScheme chgLayout">
        <pc:chgData name="Saumitra Mahajan" userId="S::1032181346@mitwpu.ac.in::2c54bc9e-63b5-4a7c-99b5-733289fc5daa" providerId="AD" clId="Web-{BD8EC83A-AAF5-42CB-BE49-7AEF57B87796}" dt="2020-09-18T03:46:08.779" v="447"/>
        <pc:sldMkLst>
          <pc:docMk/>
          <pc:sldMk cId="0" sldId="272"/>
        </pc:sldMkLst>
        <pc:spChg chg="mod ord">
          <ac:chgData name="Saumitra Mahajan" userId="S::1032181346@mitwpu.ac.in::2c54bc9e-63b5-4a7c-99b5-733289fc5daa" providerId="AD" clId="Web-{BD8EC83A-AAF5-42CB-BE49-7AEF57B87796}" dt="2020-09-18T03:46:08.779" v="447"/>
          <ac:spMkLst>
            <pc:docMk/>
            <pc:sldMk cId="0" sldId="272"/>
            <ac:spMk id="2" creationId="{00000000-0000-0000-0000-000000000000}"/>
          </ac:spMkLst>
        </pc:spChg>
        <pc:spChg chg="add del">
          <ac:chgData name="Saumitra Mahajan" userId="S::1032181346@mitwpu.ac.in::2c54bc9e-63b5-4a7c-99b5-733289fc5daa" providerId="AD" clId="Web-{BD8EC83A-AAF5-42CB-BE49-7AEF57B87796}" dt="2020-09-18T03:45:41.622" v="443"/>
          <ac:spMkLst>
            <pc:docMk/>
            <pc:sldMk cId="0" sldId="272"/>
            <ac:spMk id="8" creationId="{22A26E12-B6D6-42FF-975D-A423AF91CD60}"/>
          </ac:spMkLst>
        </pc:spChg>
      </pc:sldChg>
      <pc:sldChg chg="modSp mod modClrScheme chgLayout">
        <pc:chgData name="Saumitra Mahajan" userId="S::1032181346@mitwpu.ac.in::2c54bc9e-63b5-4a7c-99b5-733289fc5daa" providerId="AD" clId="Web-{BD8EC83A-AAF5-42CB-BE49-7AEF57B87796}" dt="2020-09-18T03:46:08.779" v="447"/>
        <pc:sldMkLst>
          <pc:docMk/>
          <pc:sldMk cId="0" sldId="273"/>
        </pc:sldMkLst>
        <pc:spChg chg="mod ord">
          <ac:chgData name="Saumitra Mahajan" userId="S::1032181346@mitwpu.ac.in::2c54bc9e-63b5-4a7c-99b5-733289fc5daa" providerId="AD" clId="Web-{BD8EC83A-AAF5-42CB-BE49-7AEF57B87796}" dt="2020-09-18T03:46:08.779" v="447"/>
          <ac:spMkLst>
            <pc:docMk/>
            <pc:sldMk cId="0" sldId="273"/>
            <ac:spMk id="2" creationId="{00000000-0000-0000-0000-000000000000}"/>
          </ac:spMkLst>
        </pc:spChg>
      </pc:sldChg>
      <pc:sldChg chg="modSp mod modClrScheme chgLayout">
        <pc:chgData name="Saumitra Mahajan" userId="S::1032181346@mitwpu.ac.in::2c54bc9e-63b5-4a7c-99b5-733289fc5daa" providerId="AD" clId="Web-{BD8EC83A-AAF5-42CB-BE49-7AEF57B87796}" dt="2020-09-18T03:46:08.779" v="447"/>
        <pc:sldMkLst>
          <pc:docMk/>
          <pc:sldMk cId="0" sldId="274"/>
        </pc:sldMkLst>
        <pc:spChg chg="mod ord">
          <ac:chgData name="Saumitra Mahajan" userId="S::1032181346@mitwpu.ac.in::2c54bc9e-63b5-4a7c-99b5-733289fc5daa" providerId="AD" clId="Web-{BD8EC83A-AAF5-42CB-BE49-7AEF57B87796}" dt="2020-09-18T03:46:08.779" v="447"/>
          <ac:spMkLst>
            <pc:docMk/>
            <pc:sldMk cId="0" sldId="274"/>
            <ac:spMk id="2" creationId="{00000000-0000-0000-0000-000000000000}"/>
          </ac:spMkLst>
        </pc:spChg>
      </pc:sldChg>
      <pc:sldChg chg="modSp mod modClrScheme chgLayout">
        <pc:chgData name="Saumitra Mahajan" userId="S::1032181346@mitwpu.ac.in::2c54bc9e-63b5-4a7c-99b5-733289fc5daa" providerId="AD" clId="Web-{BD8EC83A-AAF5-42CB-BE49-7AEF57B87796}" dt="2020-09-18T03:46:08.779" v="447"/>
        <pc:sldMkLst>
          <pc:docMk/>
          <pc:sldMk cId="0" sldId="275"/>
        </pc:sldMkLst>
        <pc:spChg chg="mod ord">
          <ac:chgData name="Saumitra Mahajan" userId="S::1032181346@mitwpu.ac.in::2c54bc9e-63b5-4a7c-99b5-733289fc5daa" providerId="AD" clId="Web-{BD8EC83A-AAF5-42CB-BE49-7AEF57B87796}" dt="2020-09-18T03:46:08.779" v="447"/>
          <ac:spMkLst>
            <pc:docMk/>
            <pc:sldMk cId="0" sldId="275"/>
            <ac:spMk id="2" creationId="{00000000-0000-0000-0000-000000000000}"/>
          </ac:spMkLst>
        </pc:spChg>
      </pc:sldChg>
      <pc:sldChg chg="modSp mod modClrScheme chgLayout">
        <pc:chgData name="Saumitra Mahajan" userId="S::1032181346@mitwpu.ac.in::2c54bc9e-63b5-4a7c-99b5-733289fc5daa" providerId="AD" clId="Web-{BD8EC83A-AAF5-42CB-BE49-7AEF57B87796}" dt="2020-09-18T03:46:08.779" v="447"/>
        <pc:sldMkLst>
          <pc:docMk/>
          <pc:sldMk cId="0" sldId="276"/>
        </pc:sldMkLst>
        <pc:spChg chg="mod ord">
          <ac:chgData name="Saumitra Mahajan" userId="S::1032181346@mitwpu.ac.in::2c54bc9e-63b5-4a7c-99b5-733289fc5daa" providerId="AD" clId="Web-{BD8EC83A-AAF5-42CB-BE49-7AEF57B87796}" dt="2020-09-18T03:46:08.779" v="447"/>
          <ac:spMkLst>
            <pc:docMk/>
            <pc:sldMk cId="0" sldId="276"/>
            <ac:spMk id="2" creationId="{00000000-0000-0000-0000-000000000000}"/>
          </ac:spMkLst>
        </pc:spChg>
      </pc:sldChg>
      <pc:sldChg chg="modSp mod modClrScheme chgLayout">
        <pc:chgData name="Saumitra Mahajan" userId="S::1032181346@mitwpu.ac.in::2c54bc9e-63b5-4a7c-99b5-733289fc5daa" providerId="AD" clId="Web-{BD8EC83A-AAF5-42CB-BE49-7AEF57B87796}" dt="2020-09-18T03:46:08.779" v="447"/>
        <pc:sldMkLst>
          <pc:docMk/>
          <pc:sldMk cId="0" sldId="277"/>
        </pc:sldMkLst>
        <pc:spChg chg="mod ord">
          <ac:chgData name="Saumitra Mahajan" userId="S::1032181346@mitwpu.ac.in::2c54bc9e-63b5-4a7c-99b5-733289fc5daa" providerId="AD" clId="Web-{BD8EC83A-AAF5-42CB-BE49-7AEF57B87796}" dt="2020-09-18T03:46:08.779" v="447"/>
          <ac:spMkLst>
            <pc:docMk/>
            <pc:sldMk cId="0" sldId="277"/>
            <ac:spMk id="2" creationId="{00000000-0000-0000-0000-000000000000}"/>
          </ac:spMkLst>
        </pc:spChg>
      </pc:sldChg>
      <pc:sldChg chg="modSp mod modClrScheme chgLayout">
        <pc:chgData name="Saumitra Mahajan" userId="S::1032181346@mitwpu.ac.in::2c54bc9e-63b5-4a7c-99b5-733289fc5daa" providerId="AD" clId="Web-{BD8EC83A-AAF5-42CB-BE49-7AEF57B87796}" dt="2020-09-18T03:46:08.779" v="447"/>
        <pc:sldMkLst>
          <pc:docMk/>
          <pc:sldMk cId="0" sldId="278"/>
        </pc:sldMkLst>
        <pc:spChg chg="mod ord">
          <ac:chgData name="Saumitra Mahajan" userId="S::1032181346@mitwpu.ac.in::2c54bc9e-63b5-4a7c-99b5-733289fc5daa" providerId="AD" clId="Web-{BD8EC83A-AAF5-42CB-BE49-7AEF57B87796}" dt="2020-09-18T03:46:08.779" v="447"/>
          <ac:spMkLst>
            <pc:docMk/>
            <pc:sldMk cId="0" sldId="278"/>
            <ac:spMk id="2" creationId="{00000000-0000-0000-0000-000000000000}"/>
          </ac:spMkLst>
        </pc:spChg>
      </pc:sldChg>
      <pc:sldMasterChg chg="del delSldLayout">
        <pc:chgData name="Saumitra Mahajan" userId="S::1032181346@mitwpu.ac.in::2c54bc9e-63b5-4a7c-99b5-733289fc5daa" providerId="AD" clId="Web-{BD8EC83A-AAF5-42CB-BE49-7AEF57B87796}" dt="2020-09-18T03:37:58.017" v="230"/>
        <pc:sldMasterMkLst>
          <pc:docMk/>
          <pc:sldMasterMk cId="0" sldId="2147483666"/>
        </pc:sldMasterMkLst>
        <pc:sldLayoutChg chg="del">
          <pc:chgData name="Saumitra Mahajan" userId="S::1032181346@mitwpu.ac.in::2c54bc9e-63b5-4a7c-99b5-733289fc5daa" providerId="AD" clId="Web-{BD8EC83A-AAF5-42CB-BE49-7AEF57B87796}" dt="2020-09-18T03:37:58.017" v="230"/>
          <pc:sldLayoutMkLst>
            <pc:docMk/>
            <pc:sldMasterMk cId="0" sldId="2147483666"/>
            <pc:sldLayoutMk cId="0" sldId="2147483667"/>
          </pc:sldLayoutMkLst>
        </pc:sldLayoutChg>
        <pc:sldLayoutChg chg="del">
          <pc:chgData name="Saumitra Mahajan" userId="S::1032181346@mitwpu.ac.in::2c54bc9e-63b5-4a7c-99b5-733289fc5daa" providerId="AD" clId="Web-{BD8EC83A-AAF5-42CB-BE49-7AEF57B87796}" dt="2020-09-18T03:37:58.017" v="230"/>
          <pc:sldLayoutMkLst>
            <pc:docMk/>
            <pc:sldMasterMk cId="0" sldId="2147483666"/>
            <pc:sldLayoutMk cId="0" sldId="2147483668"/>
          </pc:sldLayoutMkLst>
        </pc:sldLayoutChg>
        <pc:sldLayoutChg chg="del">
          <pc:chgData name="Saumitra Mahajan" userId="S::1032181346@mitwpu.ac.in::2c54bc9e-63b5-4a7c-99b5-733289fc5daa" providerId="AD" clId="Web-{BD8EC83A-AAF5-42CB-BE49-7AEF57B87796}" dt="2020-09-18T03:37:58.017" v="230"/>
          <pc:sldLayoutMkLst>
            <pc:docMk/>
            <pc:sldMasterMk cId="0" sldId="2147483666"/>
            <pc:sldLayoutMk cId="0" sldId="2147483669"/>
          </pc:sldLayoutMkLst>
        </pc:sldLayoutChg>
        <pc:sldLayoutChg chg="del">
          <pc:chgData name="Saumitra Mahajan" userId="S::1032181346@mitwpu.ac.in::2c54bc9e-63b5-4a7c-99b5-733289fc5daa" providerId="AD" clId="Web-{BD8EC83A-AAF5-42CB-BE49-7AEF57B87796}" dt="2020-09-18T03:37:58.017" v="230"/>
          <pc:sldLayoutMkLst>
            <pc:docMk/>
            <pc:sldMasterMk cId="0" sldId="2147483666"/>
            <pc:sldLayoutMk cId="0" sldId="2147483670"/>
          </pc:sldLayoutMkLst>
        </pc:sldLayoutChg>
        <pc:sldLayoutChg chg="del">
          <pc:chgData name="Saumitra Mahajan" userId="S::1032181346@mitwpu.ac.in::2c54bc9e-63b5-4a7c-99b5-733289fc5daa" providerId="AD" clId="Web-{BD8EC83A-AAF5-42CB-BE49-7AEF57B87796}" dt="2020-09-18T03:37:58.017" v="230"/>
          <pc:sldLayoutMkLst>
            <pc:docMk/>
            <pc:sldMasterMk cId="0" sldId="2147483666"/>
            <pc:sldLayoutMk cId="0" sldId="2147483671"/>
          </pc:sldLayoutMkLst>
        </pc:sldLayoutChg>
        <pc:sldLayoutChg chg="del">
          <pc:chgData name="Saumitra Mahajan" userId="S::1032181346@mitwpu.ac.in::2c54bc9e-63b5-4a7c-99b5-733289fc5daa" providerId="AD" clId="Web-{BD8EC83A-AAF5-42CB-BE49-7AEF57B87796}" dt="2020-09-18T03:37:58.017" v="230"/>
          <pc:sldLayoutMkLst>
            <pc:docMk/>
            <pc:sldMasterMk cId="0" sldId="2147483666"/>
            <pc:sldLayoutMk cId="0" sldId="2147483672"/>
          </pc:sldLayoutMkLst>
        </pc:sldLayoutChg>
        <pc:sldLayoutChg chg="del">
          <pc:chgData name="Saumitra Mahajan" userId="S::1032181346@mitwpu.ac.in::2c54bc9e-63b5-4a7c-99b5-733289fc5daa" providerId="AD" clId="Web-{BD8EC83A-AAF5-42CB-BE49-7AEF57B87796}" dt="2020-09-18T03:37:58.017" v="230"/>
          <pc:sldLayoutMkLst>
            <pc:docMk/>
            <pc:sldMasterMk cId="0" sldId="2147483666"/>
            <pc:sldLayoutMk cId="0" sldId="2147483673"/>
          </pc:sldLayoutMkLst>
        </pc:sldLayoutChg>
        <pc:sldLayoutChg chg="del">
          <pc:chgData name="Saumitra Mahajan" userId="S::1032181346@mitwpu.ac.in::2c54bc9e-63b5-4a7c-99b5-733289fc5daa" providerId="AD" clId="Web-{BD8EC83A-AAF5-42CB-BE49-7AEF57B87796}" dt="2020-09-18T03:37:58.017" v="230"/>
          <pc:sldLayoutMkLst>
            <pc:docMk/>
            <pc:sldMasterMk cId="0" sldId="2147483666"/>
            <pc:sldLayoutMk cId="0" sldId="2147483674"/>
          </pc:sldLayoutMkLst>
        </pc:sldLayoutChg>
        <pc:sldLayoutChg chg="del">
          <pc:chgData name="Saumitra Mahajan" userId="S::1032181346@mitwpu.ac.in::2c54bc9e-63b5-4a7c-99b5-733289fc5daa" providerId="AD" clId="Web-{BD8EC83A-AAF5-42CB-BE49-7AEF57B87796}" dt="2020-09-18T03:37:58.017" v="230"/>
          <pc:sldLayoutMkLst>
            <pc:docMk/>
            <pc:sldMasterMk cId="0" sldId="2147483666"/>
            <pc:sldLayoutMk cId="0" sldId="2147483675"/>
          </pc:sldLayoutMkLst>
        </pc:sldLayoutChg>
        <pc:sldLayoutChg chg="del">
          <pc:chgData name="Saumitra Mahajan" userId="S::1032181346@mitwpu.ac.in::2c54bc9e-63b5-4a7c-99b5-733289fc5daa" providerId="AD" clId="Web-{BD8EC83A-AAF5-42CB-BE49-7AEF57B87796}" dt="2020-09-18T03:37:58.017" v="230"/>
          <pc:sldLayoutMkLst>
            <pc:docMk/>
            <pc:sldMasterMk cId="0" sldId="2147483666"/>
            <pc:sldLayoutMk cId="0" sldId="2147483676"/>
          </pc:sldLayoutMkLst>
        </pc:sldLayoutChg>
        <pc:sldLayoutChg chg="del">
          <pc:chgData name="Saumitra Mahajan" userId="S::1032181346@mitwpu.ac.in::2c54bc9e-63b5-4a7c-99b5-733289fc5daa" providerId="AD" clId="Web-{BD8EC83A-AAF5-42CB-BE49-7AEF57B87796}" dt="2020-09-18T03:37:58.017" v="230"/>
          <pc:sldLayoutMkLst>
            <pc:docMk/>
            <pc:sldMasterMk cId="0" sldId="2147483666"/>
            <pc:sldLayoutMk cId="0" sldId="2147483677"/>
          </pc:sldLayoutMkLst>
        </pc:sldLayoutChg>
      </pc:sldMasterChg>
      <pc:sldMasterChg chg="add del addSldLayout delSldLayout modSldLayout">
        <pc:chgData name="Saumitra Mahajan" userId="S::1032181346@mitwpu.ac.in::2c54bc9e-63b5-4a7c-99b5-733289fc5daa" providerId="AD" clId="Web-{BD8EC83A-AAF5-42CB-BE49-7AEF57B87796}" dt="2020-09-18T03:38:08.001" v="232"/>
        <pc:sldMasterMkLst>
          <pc:docMk/>
          <pc:sldMasterMk cId="4039800518" sldId="2147483678"/>
        </pc:sldMasterMkLst>
        <pc:sldLayoutChg chg="add del mod replId">
          <pc:chgData name="Saumitra Mahajan" userId="S::1032181346@mitwpu.ac.in::2c54bc9e-63b5-4a7c-99b5-733289fc5daa" providerId="AD" clId="Web-{BD8EC83A-AAF5-42CB-BE49-7AEF57B87796}" dt="2020-09-18T03:38:08.001" v="232"/>
          <pc:sldLayoutMkLst>
            <pc:docMk/>
            <pc:sldMasterMk cId="4039800518" sldId="2147483678"/>
            <pc:sldLayoutMk cId="1945897004" sldId="2147483679"/>
          </pc:sldLayoutMkLst>
        </pc:sldLayoutChg>
        <pc:sldLayoutChg chg="add del mod replId">
          <pc:chgData name="Saumitra Mahajan" userId="S::1032181346@mitwpu.ac.in::2c54bc9e-63b5-4a7c-99b5-733289fc5daa" providerId="AD" clId="Web-{BD8EC83A-AAF5-42CB-BE49-7AEF57B87796}" dt="2020-09-18T03:38:08.001" v="232"/>
          <pc:sldLayoutMkLst>
            <pc:docMk/>
            <pc:sldMasterMk cId="4039800518" sldId="2147483678"/>
            <pc:sldLayoutMk cId="2773407550" sldId="2147483680"/>
          </pc:sldLayoutMkLst>
        </pc:sldLayoutChg>
        <pc:sldLayoutChg chg="add del mod replId">
          <pc:chgData name="Saumitra Mahajan" userId="S::1032181346@mitwpu.ac.in::2c54bc9e-63b5-4a7c-99b5-733289fc5daa" providerId="AD" clId="Web-{BD8EC83A-AAF5-42CB-BE49-7AEF57B87796}" dt="2020-09-18T03:38:08.001" v="232"/>
          <pc:sldLayoutMkLst>
            <pc:docMk/>
            <pc:sldMasterMk cId="4039800518" sldId="2147483678"/>
            <pc:sldLayoutMk cId="1455424518" sldId="2147483681"/>
          </pc:sldLayoutMkLst>
        </pc:sldLayoutChg>
        <pc:sldLayoutChg chg="add del mod replId">
          <pc:chgData name="Saumitra Mahajan" userId="S::1032181346@mitwpu.ac.in::2c54bc9e-63b5-4a7c-99b5-733289fc5daa" providerId="AD" clId="Web-{BD8EC83A-AAF5-42CB-BE49-7AEF57B87796}" dt="2020-09-18T03:38:08.001" v="232"/>
          <pc:sldLayoutMkLst>
            <pc:docMk/>
            <pc:sldMasterMk cId="4039800518" sldId="2147483678"/>
            <pc:sldLayoutMk cId="170347038" sldId="2147483682"/>
          </pc:sldLayoutMkLst>
        </pc:sldLayoutChg>
        <pc:sldLayoutChg chg="add del mod replId">
          <pc:chgData name="Saumitra Mahajan" userId="S::1032181346@mitwpu.ac.in::2c54bc9e-63b5-4a7c-99b5-733289fc5daa" providerId="AD" clId="Web-{BD8EC83A-AAF5-42CB-BE49-7AEF57B87796}" dt="2020-09-18T03:38:08.001" v="232"/>
          <pc:sldLayoutMkLst>
            <pc:docMk/>
            <pc:sldMasterMk cId="4039800518" sldId="2147483678"/>
            <pc:sldLayoutMk cId="2509859239" sldId="2147483683"/>
          </pc:sldLayoutMkLst>
        </pc:sldLayoutChg>
        <pc:sldLayoutChg chg="add del mod replId">
          <pc:chgData name="Saumitra Mahajan" userId="S::1032181346@mitwpu.ac.in::2c54bc9e-63b5-4a7c-99b5-733289fc5daa" providerId="AD" clId="Web-{BD8EC83A-AAF5-42CB-BE49-7AEF57B87796}" dt="2020-09-18T03:38:08.001" v="232"/>
          <pc:sldLayoutMkLst>
            <pc:docMk/>
            <pc:sldMasterMk cId="4039800518" sldId="2147483678"/>
            <pc:sldLayoutMk cId="2821188682" sldId="2147483684"/>
          </pc:sldLayoutMkLst>
        </pc:sldLayoutChg>
        <pc:sldLayoutChg chg="add del mod replId">
          <pc:chgData name="Saumitra Mahajan" userId="S::1032181346@mitwpu.ac.in::2c54bc9e-63b5-4a7c-99b5-733289fc5daa" providerId="AD" clId="Web-{BD8EC83A-AAF5-42CB-BE49-7AEF57B87796}" dt="2020-09-18T03:38:08.001" v="232"/>
          <pc:sldLayoutMkLst>
            <pc:docMk/>
            <pc:sldMasterMk cId="4039800518" sldId="2147483678"/>
            <pc:sldLayoutMk cId="2325821718" sldId="2147483685"/>
          </pc:sldLayoutMkLst>
        </pc:sldLayoutChg>
        <pc:sldLayoutChg chg="add del mod replId">
          <pc:chgData name="Saumitra Mahajan" userId="S::1032181346@mitwpu.ac.in::2c54bc9e-63b5-4a7c-99b5-733289fc5daa" providerId="AD" clId="Web-{BD8EC83A-AAF5-42CB-BE49-7AEF57B87796}" dt="2020-09-18T03:38:08.001" v="232"/>
          <pc:sldLayoutMkLst>
            <pc:docMk/>
            <pc:sldMasterMk cId="4039800518" sldId="2147483678"/>
            <pc:sldLayoutMk cId="1140231521" sldId="2147483686"/>
          </pc:sldLayoutMkLst>
        </pc:sldLayoutChg>
        <pc:sldLayoutChg chg="add del mod replId">
          <pc:chgData name="Saumitra Mahajan" userId="S::1032181346@mitwpu.ac.in::2c54bc9e-63b5-4a7c-99b5-733289fc5daa" providerId="AD" clId="Web-{BD8EC83A-AAF5-42CB-BE49-7AEF57B87796}" dt="2020-09-18T03:38:08.001" v="232"/>
          <pc:sldLayoutMkLst>
            <pc:docMk/>
            <pc:sldMasterMk cId="4039800518" sldId="2147483678"/>
            <pc:sldLayoutMk cId="2425354319" sldId="2147483687"/>
          </pc:sldLayoutMkLst>
        </pc:sldLayoutChg>
        <pc:sldLayoutChg chg="add del mod replId">
          <pc:chgData name="Saumitra Mahajan" userId="S::1032181346@mitwpu.ac.in::2c54bc9e-63b5-4a7c-99b5-733289fc5daa" providerId="AD" clId="Web-{BD8EC83A-AAF5-42CB-BE49-7AEF57B87796}" dt="2020-09-18T03:38:08.001" v="232"/>
          <pc:sldLayoutMkLst>
            <pc:docMk/>
            <pc:sldMasterMk cId="4039800518" sldId="2147483678"/>
            <pc:sldLayoutMk cId="323247201" sldId="2147483688"/>
          </pc:sldLayoutMkLst>
        </pc:sldLayoutChg>
        <pc:sldLayoutChg chg="add del mod replId">
          <pc:chgData name="Saumitra Mahajan" userId="S::1032181346@mitwpu.ac.in::2c54bc9e-63b5-4a7c-99b5-733289fc5daa" providerId="AD" clId="Web-{BD8EC83A-AAF5-42CB-BE49-7AEF57B87796}" dt="2020-09-18T03:38:08.001" v="232"/>
          <pc:sldLayoutMkLst>
            <pc:docMk/>
            <pc:sldMasterMk cId="4039800518" sldId="2147483678"/>
            <pc:sldLayoutMk cId="1964117868" sldId="2147483689"/>
          </pc:sldLayoutMkLst>
        </pc:sldLayoutChg>
      </pc:sldMasterChg>
      <pc:sldMasterChg chg="add del addSldLayout delSldLayout modSldLayout">
        <pc:chgData name="Saumitra Mahajan" userId="S::1032181346@mitwpu.ac.in::2c54bc9e-63b5-4a7c-99b5-733289fc5daa" providerId="AD" clId="Web-{BD8EC83A-AAF5-42CB-BE49-7AEF57B87796}" dt="2020-09-18T03:38:13.814" v="233"/>
        <pc:sldMasterMkLst>
          <pc:docMk/>
          <pc:sldMasterMk cId="2823694488" sldId="2147483690"/>
        </pc:sldMasterMkLst>
        <pc:sldLayoutChg chg="add del mod replId">
          <pc:chgData name="Saumitra Mahajan" userId="S::1032181346@mitwpu.ac.in::2c54bc9e-63b5-4a7c-99b5-733289fc5daa" providerId="AD" clId="Web-{BD8EC83A-AAF5-42CB-BE49-7AEF57B87796}" dt="2020-09-18T03:38:13.814" v="233"/>
          <pc:sldLayoutMkLst>
            <pc:docMk/>
            <pc:sldMasterMk cId="2823694488" sldId="2147483690"/>
            <pc:sldLayoutMk cId="1418721597" sldId="2147483691"/>
          </pc:sldLayoutMkLst>
        </pc:sldLayoutChg>
        <pc:sldLayoutChg chg="add del mod replId">
          <pc:chgData name="Saumitra Mahajan" userId="S::1032181346@mitwpu.ac.in::2c54bc9e-63b5-4a7c-99b5-733289fc5daa" providerId="AD" clId="Web-{BD8EC83A-AAF5-42CB-BE49-7AEF57B87796}" dt="2020-09-18T03:38:13.814" v="233"/>
          <pc:sldLayoutMkLst>
            <pc:docMk/>
            <pc:sldMasterMk cId="2823694488" sldId="2147483690"/>
            <pc:sldLayoutMk cId="2629167200" sldId="2147483692"/>
          </pc:sldLayoutMkLst>
        </pc:sldLayoutChg>
        <pc:sldLayoutChg chg="add del mod replId">
          <pc:chgData name="Saumitra Mahajan" userId="S::1032181346@mitwpu.ac.in::2c54bc9e-63b5-4a7c-99b5-733289fc5daa" providerId="AD" clId="Web-{BD8EC83A-AAF5-42CB-BE49-7AEF57B87796}" dt="2020-09-18T03:38:13.814" v="233"/>
          <pc:sldLayoutMkLst>
            <pc:docMk/>
            <pc:sldMasterMk cId="2823694488" sldId="2147483690"/>
            <pc:sldLayoutMk cId="2587667696" sldId="2147483693"/>
          </pc:sldLayoutMkLst>
        </pc:sldLayoutChg>
        <pc:sldLayoutChg chg="add del mod replId">
          <pc:chgData name="Saumitra Mahajan" userId="S::1032181346@mitwpu.ac.in::2c54bc9e-63b5-4a7c-99b5-733289fc5daa" providerId="AD" clId="Web-{BD8EC83A-AAF5-42CB-BE49-7AEF57B87796}" dt="2020-09-18T03:38:13.814" v="233"/>
          <pc:sldLayoutMkLst>
            <pc:docMk/>
            <pc:sldMasterMk cId="2823694488" sldId="2147483690"/>
            <pc:sldLayoutMk cId="440467861" sldId="2147483694"/>
          </pc:sldLayoutMkLst>
        </pc:sldLayoutChg>
        <pc:sldLayoutChg chg="add del mod replId">
          <pc:chgData name="Saumitra Mahajan" userId="S::1032181346@mitwpu.ac.in::2c54bc9e-63b5-4a7c-99b5-733289fc5daa" providerId="AD" clId="Web-{BD8EC83A-AAF5-42CB-BE49-7AEF57B87796}" dt="2020-09-18T03:38:13.814" v="233"/>
          <pc:sldLayoutMkLst>
            <pc:docMk/>
            <pc:sldMasterMk cId="2823694488" sldId="2147483690"/>
            <pc:sldLayoutMk cId="629076317" sldId="2147483695"/>
          </pc:sldLayoutMkLst>
        </pc:sldLayoutChg>
        <pc:sldLayoutChg chg="add del mod replId">
          <pc:chgData name="Saumitra Mahajan" userId="S::1032181346@mitwpu.ac.in::2c54bc9e-63b5-4a7c-99b5-733289fc5daa" providerId="AD" clId="Web-{BD8EC83A-AAF5-42CB-BE49-7AEF57B87796}" dt="2020-09-18T03:38:13.814" v="233"/>
          <pc:sldLayoutMkLst>
            <pc:docMk/>
            <pc:sldMasterMk cId="2823694488" sldId="2147483690"/>
            <pc:sldLayoutMk cId="3764326330" sldId="2147483696"/>
          </pc:sldLayoutMkLst>
        </pc:sldLayoutChg>
        <pc:sldLayoutChg chg="add del mod replId">
          <pc:chgData name="Saumitra Mahajan" userId="S::1032181346@mitwpu.ac.in::2c54bc9e-63b5-4a7c-99b5-733289fc5daa" providerId="AD" clId="Web-{BD8EC83A-AAF5-42CB-BE49-7AEF57B87796}" dt="2020-09-18T03:38:13.814" v="233"/>
          <pc:sldLayoutMkLst>
            <pc:docMk/>
            <pc:sldMasterMk cId="2823694488" sldId="2147483690"/>
            <pc:sldLayoutMk cId="3217159606" sldId="2147483697"/>
          </pc:sldLayoutMkLst>
        </pc:sldLayoutChg>
        <pc:sldLayoutChg chg="add del mod replId">
          <pc:chgData name="Saumitra Mahajan" userId="S::1032181346@mitwpu.ac.in::2c54bc9e-63b5-4a7c-99b5-733289fc5daa" providerId="AD" clId="Web-{BD8EC83A-AAF5-42CB-BE49-7AEF57B87796}" dt="2020-09-18T03:38:13.814" v="233"/>
          <pc:sldLayoutMkLst>
            <pc:docMk/>
            <pc:sldMasterMk cId="2823694488" sldId="2147483690"/>
            <pc:sldLayoutMk cId="769823791" sldId="2147483698"/>
          </pc:sldLayoutMkLst>
        </pc:sldLayoutChg>
        <pc:sldLayoutChg chg="add del mod replId">
          <pc:chgData name="Saumitra Mahajan" userId="S::1032181346@mitwpu.ac.in::2c54bc9e-63b5-4a7c-99b5-733289fc5daa" providerId="AD" clId="Web-{BD8EC83A-AAF5-42CB-BE49-7AEF57B87796}" dt="2020-09-18T03:38:13.814" v="233"/>
          <pc:sldLayoutMkLst>
            <pc:docMk/>
            <pc:sldMasterMk cId="2823694488" sldId="2147483690"/>
            <pc:sldLayoutMk cId="4037220910" sldId="2147483699"/>
          </pc:sldLayoutMkLst>
        </pc:sldLayoutChg>
        <pc:sldLayoutChg chg="add del mod replId">
          <pc:chgData name="Saumitra Mahajan" userId="S::1032181346@mitwpu.ac.in::2c54bc9e-63b5-4a7c-99b5-733289fc5daa" providerId="AD" clId="Web-{BD8EC83A-AAF5-42CB-BE49-7AEF57B87796}" dt="2020-09-18T03:38:13.814" v="233"/>
          <pc:sldLayoutMkLst>
            <pc:docMk/>
            <pc:sldMasterMk cId="2823694488" sldId="2147483690"/>
            <pc:sldLayoutMk cId="1673619045" sldId="2147483700"/>
          </pc:sldLayoutMkLst>
        </pc:sldLayoutChg>
        <pc:sldLayoutChg chg="add del mod replId">
          <pc:chgData name="Saumitra Mahajan" userId="S::1032181346@mitwpu.ac.in::2c54bc9e-63b5-4a7c-99b5-733289fc5daa" providerId="AD" clId="Web-{BD8EC83A-AAF5-42CB-BE49-7AEF57B87796}" dt="2020-09-18T03:38:13.814" v="233"/>
          <pc:sldLayoutMkLst>
            <pc:docMk/>
            <pc:sldMasterMk cId="2823694488" sldId="2147483690"/>
            <pc:sldLayoutMk cId="1422685524" sldId="2147483701"/>
          </pc:sldLayoutMkLst>
        </pc:sldLayoutChg>
      </pc:sldMasterChg>
      <pc:sldMasterChg chg="add addSldLayout modSldLayout">
        <pc:chgData name="Saumitra Mahajan" userId="S::1032181346@mitwpu.ac.in::2c54bc9e-63b5-4a7c-99b5-733289fc5daa" providerId="AD" clId="Web-{BD8EC83A-AAF5-42CB-BE49-7AEF57B87796}" dt="2020-09-18T03:38:13.814" v="233"/>
        <pc:sldMasterMkLst>
          <pc:docMk/>
          <pc:sldMasterMk cId="3743896734" sldId="2147483702"/>
        </pc:sldMasterMkLst>
        <pc:sldLayoutChg chg="add mod replId">
          <pc:chgData name="Saumitra Mahajan" userId="S::1032181346@mitwpu.ac.in::2c54bc9e-63b5-4a7c-99b5-733289fc5daa" providerId="AD" clId="Web-{BD8EC83A-AAF5-42CB-BE49-7AEF57B87796}" dt="2020-09-18T03:38:13.814" v="233"/>
          <pc:sldLayoutMkLst>
            <pc:docMk/>
            <pc:sldMasterMk cId="3743896734" sldId="2147483702"/>
            <pc:sldLayoutMk cId="4241010667" sldId="2147483703"/>
          </pc:sldLayoutMkLst>
        </pc:sldLayoutChg>
        <pc:sldLayoutChg chg="add mod replId">
          <pc:chgData name="Saumitra Mahajan" userId="S::1032181346@mitwpu.ac.in::2c54bc9e-63b5-4a7c-99b5-733289fc5daa" providerId="AD" clId="Web-{BD8EC83A-AAF5-42CB-BE49-7AEF57B87796}" dt="2020-09-18T03:38:13.814" v="233"/>
          <pc:sldLayoutMkLst>
            <pc:docMk/>
            <pc:sldMasterMk cId="3743896734" sldId="2147483702"/>
            <pc:sldLayoutMk cId="1847201538" sldId="2147483704"/>
          </pc:sldLayoutMkLst>
        </pc:sldLayoutChg>
        <pc:sldLayoutChg chg="add mod replId">
          <pc:chgData name="Saumitra Mahajan" userId="S::1032181346@mitwpu.ac.in::2c54bc9e-63b5-4a7c-99b5-733289fc5daa" providerId="AD" clId="Web-{BD8EC83A-AAF5-42CB-BE49-7AEF57B87796}" dt="2020-09-18T03:38:13.814" v="233"/>
          <pc:sldLayoutMkLst>
            <pc:docMk/>
            <pc:sldMasterMk cId="3743896734" sldId="2147483702"/>
            <pc:sldLayoutMk cId="1042743922" sldId="2147483705"/>
          </pc:sldLayoutMkLst>
        </pc:sldLayoutChg>
        <pc:sldLayoutChg chg="add mod replId">
          <pc:chgData name="Saumitra Mahajan" userId="S::1032181346@mitwpu.ac.in::2c54bc9e-63b5-4a7c-99b5-733289fc5daa" providerId="AD" clId="Web-{BD8EC83A-AAF5-42CB-BE49-7AEF57B87796}" dt="2020-09-18T03:38:13.814" v="233"/>
          <pc:sldLayoutMkLst>
            <pc:docMk/>
            <pc:sldMasterMk cId="3743896734" sldId="2147483702"/>
            <pc:sldLayoutMk cId="1982352758" sldId="2147483706"/>
          </pc:sldLayoutMkLst>
        </pc:sldLayoutChg>
        <pc:sldLayoutChg chg="add mod replId">
          <pc:chgData name="Saumitra Mahajan" userId="S::1032181346@mitwpu.ac.in::2c54bc9e-63b5-4a7c-99b5-733289fc5daa" providerId="AD" clId="Web-{BD8EC83A-AAF5-42CB-BE49-7AEF57B87796}" dt="2020-09-18T03:38:13.814" v="233"/>
          <pc:sldLayoutMkLst>
            <pc:docMk/>
            <pc:sldMasterMk cId="3743896734" sldId="2147483702"/>
            <pc:sldLayoutMk cId="623422037" sldId="2147483707"/>
          </pc:sldLayoutMkLst>
        </pc:sldLayoutChg>
        <pc:sldLayoutChg chg="add mod replId">
          <pc:chgData name="Saumitra Mahajan" userId="S::1032181346@mitwpu.ac.in::2c54bc9e-63b5-4a7c-99b5-733289fc5daa" providerId="AD" clId="Web-{BD8EC83A-AAF5-42CB-BE49-7AEF57B87796}" dt="2020-09-18T03:38:13.814" v="233"/>
          <pc:sldLayoutMkLst>
            <pc:docMk/>
            <pc:sldMasterMk cId="3743896734" sldId="2147483702"/>
            <pc:sldLayoutMk cId="3420449111" sldId="2147483708"/>
          </pc:sldLayoutMkLst>
        </pc:sldLayoutChg>
        <pc:sldLayoutChg chg="add mod replId">
          <pc:chgData name="Saumitra Mahajan" userId="S::1032181346@mitwpu.ac.in::2c54bc9e-63b5-4a7c-99b5-733289fc5daa" providerId="AD" clId="Web-{BD8EC83A-AAF5-42CB-BE49-7AEF57B87796}" dt="2020-09-18T03:38:13.814" v="233"/>
          <pc:sldLayoutMkLst>
            <pc:docMk/>
            <pc:sldMasterMk cId="3743896734" sldId="2147483702"/>
            <pc:sldLayoutMk cId="4164266118" sldId="2147483709"/>
          </pc:sldLayoutMkLst>
        </pc:sldLayoutChg>
        <pc:sldLayoutChg chg="add mod replId">
          <pc:chgData name="Saumitra Mahajan" userId="S::1032181346@mitwpu.ac.in::2c54bc9e-63b5-4a7c-99b5-733289fc5daa" providerId="AD" clId="Web-{BD8EC83A-AAF5-42CB-BE49-7AEF57B87796}" dt="2020-09-18T03:38:13.814" v="233"/>
          <pc:sldLayoutMkLst>
            <pc:docMk/>
            <pc:sldMasterMk cId="3743896734" sldId="2147483702"/>
            <pc:sldLayoutMk cId="972159523" sldId="2147483710"/>
          </pc:sldLayoutMkLst>
        </pc:sldLayoutChg>
        <pc:sldLayoutChg chg="add mod replId">
          <pc:chgData name="Saumitra Mahajan" userId="S::1032181346@mitwpu.ac.in::2c54bc9e-63b5-4a7c-99b5-733289fc5daa" providerId="AD" clId="Web-{BD8EC83A-AAF5-42CB-BE49-7AEF57B87796}" dt="2020-09-18T03:38:13.814" v="233"/>
          <pc:sldLayoutMkLst>
            <pc:docMk/>
            <pc:sldMasterMk cId="3743896734" sldId="2147483702"/>
            <pc:sldLayoutMk cId="3920837307" sldId="2147483711"/>
          </pc:sldLayoutMkLst>
        </pc:sldLayoutChg>
        <pc:sldLayoutChg chg="add mod replId">
          <pc:chgData name="Saumitra Mahajan" userId="S::1032181346@mitwpu.ac.in::2c54bc9e-63b5-4a7c-99b5-733289fc5daa" providerId="AD" clId="Web-{BD8EC83A-AAF5-42CB-BE49-7AEF57B87796}" dt="2020-09-18T03:38:13.814" v="233"/>
          <pc:sldLayoutMkLst>
            <pc:docMk/>
            <pc:sldMasterMk cId="3743896734" sldId="2147483702"/>
            <pc:sldLayoutMk cId="906466687" sldId="2147483712"/>
          </pc:sldLayoutMkLst>
        </pc:sldLayoutChg>
        <pc:sldLayoutChg chg="add mod replId">
          <pc:chgData name="Saumitra Mahajan" userId="S::1032181346@mitwpu.ac.in::2c54bc9e-63b5-4a7c-99b5-733289fc5daa" providerId="AD" clId="Web-{BD8EC83A-AAF5-42CB-BE49-7AEF57B87796}" dt="2020-09-18T03:38:13.814" v="233"/>
          <pc:sldLayoutMkLst>
            <pc:docMk/>
            <pc:sldMasterMk cId="3743896734" sldId="2147483702"/>
            <pc:sldLayoutMk cId="1596579260" sldId="2147483713"/>
          </pc:sldLayoutMkLst>
        </pc:sldLayoutChg>
      </pc:sldMasterChg>
      <pc:sldMasterChg chg="del delSldLayout">
        <pc:chgData name="Saumitra Mahajan" userId="S::1032181346@mitwpu.ac.in::2c54bc9e-63b5-4a7c-99b5-733289fc5daa" providerId="AD" clId="Web-{BD8EC83A-AAF5-42CB-BE49-7AEF57B87796}" dt="2020-09-18T03:46:08.779" v="447"/>
        <pc:sldMasterMkLst>
          <pc:docMk/>
          <pc:sldMasterMk cId="3517854482" sldId="2147483714"/>
        </pc:sldMasterMkLst>
        <pc:sldLayoutChg chg="del">
          <pc:chgData name="Saumitra Mahajan" userId="S::1032181346@mitwpu.ac.in::2c54bc9e-63b5-4a7c-99b5-733289fc5daa" providerId="AD" clId="Web-{BD8EC83A-AAF5-42CB-BE49-7AEF57B87796}" dt="2020-09-18T03:46:08.779" v="447"/>
          <pc:sldLayoutMkLst>
            <pc:docMk/>
            <pc:sldMasterMk cId="3517854482" sldId="2147483714"/>
            <pc:sldLayoutMk cId="1493513704" sldId="2147483715"/>
          </pc:sldLayoutMkLst>
        </pc:sldLayoutChg>
        <pc:sldLayoutChg chg="del">
          <pc:chgData name="Saumitra Mahajan" userId="S::1032181346@mitwpu.ac.in::2c54bc9e-63b5-4a7c-99b5-733289fc5daa" providerId="AD" clId="Web-{BD8EC83A-AAF5-42CB-BE49-7AEF57B87796}" dt="2020-09-18T03:46:08.779" v="447"/>
          <pc:sldLayoutMkLst>
            <pc:docMk/>
            <pc:sldMasterMk cId="3517854482" sldId="2147483714"/>
            <pc:sldLayoutMk cId="4111181937" sldId="2147483716"/>
          </pc:sldLayoutMkLst>
        </pc:sldLayoutChg>
        <pc:sldLayoutChg chg="del">
          <pc:chgData name="Saumitra Mahajan" userId="S::1032181346@mitwpu.ac.in::2c54bc9e-63b5-4a7c-99b5-733289fc5daa" providerId="AD" clId="Web-{BD8EC83A-AAF5-42CB-BE49-7AEF57B87796}" dt="2020-09-18T03:46:08.779" v="447"/>
          <pc:sldLayoutMkLst>
            <pc:docMk/>
            <pc:sldMasterMk cId="3517854482" sldId="2147483714"/>
            <pc:sldLayoutMk cId="2414534141" sldId="2147483717"/>
          </pc:sldLayoutMkLst>
        </pc:sldLayoutChg>
        <pc:sldLayoutChg chg="del">
          <pc:chgData name="Saumitra Mahajan" userId="S::1032181346@mitwpu.ac.in::2c54bc9e-63b5-4a7c-99b5-733289fc5daa" providerId="AD" clId="Web-{BD8EC83A-AAF5-42CB-BE49-7AEF57B87796}" dt="2020-09-18T03:46:08.779" v="447"/>
          <pc:sldLayoutMkLst>
            <pc:docMk/>
            <pc:sldMasterMk cId="3517854482" sldId="2147483714"/>
            <pc:sldLayoutMk cId="3088214757" sldId="2147483718"/>
          </pc:sldLayoutMkLst>
        </pc:sldLayoutChg>
        <pc:sldLayoutChg chg="del">
          <pc:chgData name="Saumitra Mahajan" userId="S::1032181346@mitwpu.ac.in::2c54bc9e-63b5-4a7c-99b5-733289fc5daa" providerId="AD" clId="Web-{BD8EC83A-AAF5-42CB-BE49-7AEF57B87796}" dt="2020-09-18T03:46:08.779" v="447"/>
          <pc:sldLayoutMkLst>
            <pc:docMk/>
            <pc:sldMasterMk cId="3517854482" sldId="2147483714"/>
            <pc:sldLayoutMk cId="757372659" sldId="2147483719"/>
          </pc:sldLayoutMkLst>
        </pc:sldLayoutChg>
        <pc:sldLayoutChg chg="del">
          <pc:chgData name="Saumitra Mahajan" userId="S::1032181346@mitwpu.ac.in::2c54bc9e-63b5-4a7c-99b5-733289fc5daa" providerId="AD" clId="Web-{BD8EC83A-AAF5-42CB-BE49-7AEF57B87796}" dt="2020-09-18T03:46:08.779" v="447"/>
          <pc:sldLayoutMkLst>
            <pc:docMk/>
            <pc:sldMasterMk cId="3517854482" sldId="2147483714"/>
            <pc:sldLayoutMk cId="257127293" sldId="2147483720"/>
          </pc:sldLayoutMkLst>
        </pc:sldLayoutChg>
        <pc:sldLayoutChg chg="del">
          <pc:chgData name="Saumitra Mahajan" userId="S::1032181346@mitwpu.ac.in::2c54bc9e-63b5-4a7c-99b5-733289fc5daa" providerId="AD" clId="Web-{BD8EC83A-AAF5-42CB-BE49-7AEF57B87796}" dt="2020-09-18T03:46:08.779" v="447"/>
          <pc:sldLayoutMkLst>
            <pc:docMk/>
            <pc:sldMasterMk cId="3517854482" sldId="2147483714"/>
            <pc:sldLayoutMk cId="1862185165" sldId="2147483721"/>
          </pc:sldLayoutMkLst>
        </pc:sldLayoutChg>
        <pc:sldLayoutChg chg="del">
          <pc:chgData name="Saumitra Mahajan" userId="S::1032181346@mitwpu.ac.in::2c54bc9e-63b5-4a7c-99b5-733289fc5daa" providerId="AD" clId="Web-{BD8EC83A-AAF5-42CB-BE49-7AEF57B87796}" dt="2020-09-18T03:46:08.779" v="447"/>
          <pc:sldLayoutMkLst>
            <pc:docMk/>
            <pc:sldMasterMk cId="3517854482" sldId="2147483714"/>
            <pc:sldLayoutMk cId="2158206844" sldId="2147483722"/>
          </pc:sldLayoutMkLst>
        </pc:sldLayoutChg>
        <pc:sldLayoutChg chg="del">
          <pc:chgData name="Saumitra Mahajan" userId="S::1032181346@mitwpu.ac.in::2c54bc9e-63b5-4a7c-99b5-733289fc5daa" providerId="AD" clId="Web-{BD8EC83A-AAF5-42CB-BE49-7AEF57B87796}" dt="2020-09-18T03:46:08.779" v="447"/>
          <pc:sldLayoutMkLst>
            <pc:docMk/>
            <pc:sldMasterMk cId="3517854482" sldId="2147483714"/>
            <pc:sldLayoutMk cId="215825597" sldId="2147483723"/>
          </pc:sldLayoutMkLst>
        </pc:sldLayoutChg>
        <pc:sldLayoutChg chg="del">
          <pc:chgData name="Saumitra Mahajan" userId="S::1032181346@mitwpu.ac.in::2c54bc9e-63b5-4a7c-99b5-733289fc5daa" providerId="AD" clId="Web-{BD8EC83A-AAF5-42CB-BE49-7AEF57B87796}" dt="2020-09-18T03:46:08.779" v="447"/>
          <pc:sldLayoutMkLst>
            <pc:docMk/>
            <pc:sldMasterMk cId="3517854482" sldId="2147483714"/>
            <pc:sldLayoutMk cId="2470934322" sldId="2147483724"/>
          </pc:sldLayoutMkLst>
        </pc:sldLayoutChg>
        <pc:sldLayoutChg chg="del">
          <pc:chgData name="Saumitra Mahajan" userId="S::1032181346@mitwpu.ac.in::2c54bc9e-63b5-4a7c-99b5-733289fc5daa" providerId="AD" clId="Web-{BD8EC83A-AAF5-42CB-BE49-7AEF57B87796}" dt="2020-09-18T03:46:08.779" v="447"/>
          <pc:sldLayoutMkLst>
            <pc:docMk/>
            <pc:sldMasterMk cId="3517854482" sldId="2147483714"/>
            <pc:sldLayoutMk cId="4197907394" sldId="2147483725"/>
          </pc:sldLayoutMkLst>
        </pc:sldLayoutChg>
      </pc:sldMasterChg>
      <pc:sldMasterChg chg="add addSldLayout modSldLayout">
        <pc:chgData name="Saumitra Mahajan" userId="S::1032181346@mitwpu.ac.in::2c54bc9e-63b5-4a7c-99b5-733289fc5daa" providerId="AD" clId="Web-{BD8EC83A-AAF5-42CB-BE49-7AEF57B87796}" dt="2020-09-18T03:46:08.779" v="447"/>
        <pc:sldMasterMkLst>
          <pc:docMk/>
          <pc:sldMasterMk cId="2622106159" sldId="2147483726"/>
        </pc:sldMasterMkLst>
        <pc:sldLayoutChg chg="add mod replId">
          <pc:chgData name="Saumitra Mahajan" userId="S::1032181346@mitwpu.ac.in::2c54bc9e-63b5-4a7c-99b5-733289fc5daa" providerId="AD" clId="Web-{BD8EC83A-AAF5-42CB-BE49-7AEF57B87796}" dt="2020-09-18T03:46:08.779" v="447"/>
          <pc:sldLayoutMkLst>
            <pc:docMk/>
            <pc:sldMasterMk cId="2622106159" sldId="2147483726"/>
            <pc:sldLayoutMk cId="121160386" sldId="2147483727"/>
          </pc:sldLayoutMkLst>
        </pc:sldLayoutChg>
        <pc:sldLayoutChg chg="add mod replId">
          <pc:chgData name="Saumitra Mahajan" userId="S::1032181346@mitwpu.ac.in::2c54bc9e-63b5-4a7c-99b5-733289fc5daa" providerId="AD" clId="Web-{BD8EC83A-AAF5-42CB-BE49-7AEF57B87796}" dt="2020-09-18T03:46:08.779" v="447"/>
          <pc:sldLayoutMkLst>
            <pc:docMk/>
            <pc:sldMasterMk cId="2622106159" sldId="2147483726"/>
            <pc:sldLayoutMk cId="1080824289" sldId="2147483728"/>
          </pc:sldLayoutMkLst>
        </pc:sldLayoutChg>
        <pc:sldLayoutChg chg="add mod replId">
          <pc:chgData name="Saumitra Mahajan" userId="S::1032181346@mitwpu.ac.in::2c54bc9e-63b5-4a7c-99b5-733289fc5daa" providerId="AD" clId="Web-{BD8EC83A-AAF5-42CB-BE49-7AEF57B87796}" dt="2020-09-18T03:46:08.779" v="447"/>
          <pc:sldLayoutMkLst>
            <pc:docMk/>
            <pc:sldMasterMk cId="2622106159" sldId="2147483726"/>
            <pc:sldLayoutMk cId="4081656508" sldId="2147483729"/>
          </pc:sldLayoutMkLst>
        </pc:sldLayoutChg>
        <pc:sldLayoutChg chg="add mod replId">
          <pc:chgData name="Saumitra Mahajan" userId="S::1032181346@mitwpu.ac.in::2c54bc9e-63b5-4a7c-99b5-733289fc5daa" providerId="AD" clId="Web-{BD8EC83A-AAF5-42CB-BE49-7AEF57B87796}" dt="2020-09-18T03:46:08.779" v="447"/>
          <pc:sldLayoutMkLst>
            <pc:docMk/>
            <pc:sldMasterMk cId="2622106159" sldId="2147483726"/>
            <pc:sldLayoutMk cId="2578463649" sldId="2147483730"/>
          </pc:sldLayoutMkLst>
        </pc:sldLayoutChg>
        <pc:sldLayoutChg chg="add mod replId">
          <pc:chgData name="Saumitra Mahajan" userId="S::1032181346@mitwpu.ac.in::2c54bc9e-63b5-4a7c-99b5-733289fc5daa" providerId="AD" clId="Web-{BD8EC83A-AAF5-42CB-BE49-7AEF57B87796}" dt="2020-09-18T03:46:08.779" v="447"/>
          <pc:sldLayoutMkLst>
            <pc:docMk/>
            <pc:sldMasterMk cId="2622106159" sldId="2147483726"/>
            <pc:sldLayoutMk cId="3114725333" sldId="2147483731"/>
          </pc:sldLayoutMkLst>
        </pc:sldLayoutChg>
        <pc:sldLayoutChg chg="add mod replId">
          <pc:chgData name="Saumitra Mahajan" userId="S::1032181346@mitwpu.ac.in::2c54bc9e-63b5-4a7c-99b5-733289fc5daa" providerId="AD" clId="Web-{BD8EC83A-AAF5-42CB-BE49-7AEF57B87796}" dt="2020-09-18T03:46:08.779" v="447"/>
          <pc:sldLayoutMkLst>
            <pc:docMk/>
            <pc:sldMasterMk cId="2622106159" sldId="2147483726"/>
            <pc:sldLayoutMk cId="2325974577" sldId="2147483732"/>
          </pc:sldLayoutMkLst>
        </pc:sldLayoutChg>
        <pc:sldLayoutChg chg="add mod replId">
          <pc:chgData name="Saumitra Mahajan" userId="S::1032181346@mitwpu.ac.in::2c54bc9e-63b5-4a7c-99b5-733289fc5daa" providerId="AD" clId="Web-{BD8EC83A-AAF5-42CB-BE49-7AEF57B87796}" dt="2020-09-18T03:46:08.779" v="447"/>
          <pc:sldLayoutMkLst>
            <pc:docMk/>
            <pc:sldMasterMk cId="2622106159" sldId="2147483726"/>
            <pc:sldLayoutMk cId="2282590464" sldId="2147483733"/>
          </pc:sldLayoutMkLst>
        </pc:sldLayoutChg>
        <pc:sldLayoutChg chg="add mod replId">
          <pc:chgData name="Saumitra Mahajan" userId="S::1032181346@mitwpu.ac.in::2c54bc9e-63b5-4a7c-99b5-733289fc5daa" providerId="AD" clId="Web-{BD8EC83A-AAF5-42CB-BE49-7AEF57B87796}" dt="2020-09-18T03:46:08.779" v="447"/>
          <pc:sldLayoutMkLst>
            <pc:docMk/>
            <pc:sldMasterMk cId="2622106159" sldId="2147483726"/>
            <pc:sldLayoutMk cId="918920227" sldId="2147483734"/>
          </pc:sldLayoutMkLst>
        </pc:sldLayoutChg>
        <pc:sldLayoutChg chg="add mod replId">
          <pc:chgData name="Saumitra Mahajan" userId="S::1032181346@mitwpu.ac.in::2c54bc9e-63b5-4a7c-99b5-733289fc5daa" providerId="AD" clId="Web-{BD8EC83A-AAF5-42CB-BE49-7AEF57B87796}" dt="2020-09-18T03:46:08.779" v="447"/>
          <pc:sldLayoutMkLst>
            <pc:docMk/>
            <pc:sldMasterMk cId="2622106159" sldId="2147483726"/>
            <pc:sldLayoutMk cId="1891209785" sldId="2147483735"/>
          </pc:sldLayoutMkLst>
        </pc:sldLayoutChg>
        <pc:sldLayoutChg chg="add mod replId">
          <pc:chgData name="Saumitra Mahajan" userId="S::1032181346@mitwpu.ac.in::2c54bc9e-63b5-4a7c-99b5-733289fc5daa" providerId="AD" clId="Web-{BD8EC83A-AAF5-42CB-BE49-7AEF57B87796}" dt="2020-09-18T03:46:08.779" v="447"/>
          <pc:sldLayoutMkLst>
            <pc:docMk/>
            <pc:sldMasterMk cId="2622106159" sldId="2147483726"/>
            <pc:sldLayoutMk cId="917463880" sldId="2147483736"/>
          </pc:sldLayoutMkLst>
        </pc:sldLayoutChg>
        <pc:sldLayoutChg chg="add mod replId">
          <pc:chgData name="Saumitra Mahajan" userId="S::1032181346@mitwpu.ac.in::2c54bc9e-63b5-4a7c-99b5-733289fc5daa" providerId="AD" clId="Web-{BD8EC83A-AAF5-42CB-BE49-7AEF57B87796}" dt="2020-09-18T03:46:08.779" v="447"/>
          <pc:sldLayoutMkLst>
            <pc:docMk/>
            <pc:sldMasterMk cId="2622106159" sldId="2147483726"/>
            <pc:sldLayoutMk cId="250704480" sldId="2147483737"/>
          </pc:sldLayoutMkLst>
        </pc:sldLayoutChg>
      </pc:sldMasterChg>
    </pc:docChg>
  </pc:docChgLst>
  <pc:docChgLst>
    <pc:chgData name="Shaunak Kolhe" userId="S::1032180373@mitwpu.ac.in::bbca1b3f-000a-42a0-9331-c4806f20d8b1" providerId="AD" clId="Web-{CE6883FA-BE49-4D9A-ABE1-10F9EDDF0D12}"/>
    <pc:docChg chg="modSld sldOrd">
      <pc:chgData name="Shaunak Kolhe" userId="S::1032180373@mitwpu.ac.in::bbca1b3f-000a-42a0-9331-c4806f20d8b1" providerId="AD" clId="Web-{CE6883FA-BE49-4D9A-ABE1-10F9EDDF0D12}" dt="2020-09-21T03:57:25.796" v="14" actId="20577"/>
      <pc:docMkLst>
        <pc:docMk/>
      </pc:docMkLst>
      <pc:sldChg chg="modSp">
        <pc:chgData name="Shaunak Kolhe" userId="S::1032180373@mitwpu.ac.in::bbca1b3f-000a-42a0-9331-c4806f20d8b1" providerId="AD" clId="Web-{CE6883FA-BE49-4D9A-ABE1-10F9EDDF0D12}" dt="2020-09-21T03:57:25.796" v="14" actId="20577"/>
        <pc:sldMkLst>
          <pc:docMk/>
          <pc:sldMk cId="0" sldId="259"/>
        </pc:sldMkLst>
        <pc:spChg chg="mod">
          <ac:chgData name="Shaunak Kolhe" userId="S::1032180373@mitwpu.ac.in::bbca1b3f-000a-42a0-9331-c4806f20d8b1" providerId="AD" clId="Web-{CE6883FA-BE49-4D9A-ABE1-10F9EDDF0D12}" dt="2020-09-21T03:57:25.796" v="14" actId="20577"/>
          <ac:spMkLst>
            <pc:docMk/>
            <pc:sldMk cId="0" sldId="259"/>
            <ac:spMk id="3" creationId="{00000000-0000-0000-0000-000000000000}"/>
          </ac:spMkLst>
        </pc:spChg>
      </pc:sldChg>
      <pc:sldChg chg="ord">
        <pc:chgData name="Shaunak Kolhe" userId="S::1032180373@mitwpu.ac.in::bbca1b3f-000a-42a0-9331-c4806f20d8b1" providerId="AD" clId="Web-{CE6883FA-BE49-4D9A-ABE1-10F9EDDF0D12}" dt="2020-09-21T03:56:01.013" v="2"/>
        <pc:sldMkLst>
          <pc:docMk/>
          <pc:sldMk cId="0" sldId="277"/>
        </pc:sldMkLst>
      </pc:sldChg>
      <pc:sldChg chg="ord">
        <pc:chgData name="Shaunak Kolhe" userId="S::1032180373@mitwpu.ac.in::bbca1b3f-000a-42a0-9331-c4806f20d8b1" providerId="AD" clId="Web-{CE6883FA-BE49-4D9A-ABE1-10F9EDDF0D12}" dt="2020-09-21T03:55:50.107" v="0"/>
        <pc:sldMkLst>
          <pc:docMk/>
          <pc:sldMk cId="0" sldId="278"/>
        </pc:sldMkLst>
      </pc:sldChg>
    </pc:docChg>
  </pc:docChgLst>
  <pc:docChgLst>
    <pc:chgData name="Sarveshwaran Mahadevan" userId="S::1032180515@mitwpu.ac.in::e5c1bd89-7080-414b-963e-f82e9bff7373" providerId="AD" clId="Web-{4C3DB91D-8530-44FB-B45B-5DDFC883DBF9}"/>
    <pc:docChg chg="modSld">
      <pc:chgData name="Sarveshwaran Mahadevan" userId="S::1032180515@mitwpu.ac.in::e5c1bd89-7080-414b-963e-f82e9bff7373" providerId="AD" clId="Web-{4C3DB91D-8530-44FB-B45B-5DDFC883DBF9}" dt="2020-09-18T05:44:02.445" v="4" actId="1076"/>
      <pc:docMkLst>
        <pc:docMk/>
      </pc:docMkLst>
      <pc:sldChg chg="modSp">
        <pc:chgData name="Sarveshwaran Mahadevan" userId="S::1032180515@mitwpu.ac.in::e5c1bd89-7080-414b-963e-f82e9bff7373" providerId="AD" clId="Web-{4C3DB91D-8530-44FB-B45B-5DDFC883DBF9}" dt="2020-09-18T05:44:02.445" v="4" actId="1076"/>
        <pc:sldMkLst>
          <pc:docMk/>
          <pc:sldMk cId="0" sldId="268"/>
        </pc:sldMkLst>
        <pc:spChg chg="mod">
          <ac:chgData name="Sarveshwaran Mahadevan" userId="S::1032180515@mitwpu.ac.in::e5c1bd89-7080-414b-963e-f82e9bff7373" providerId="AD" clId="Web-{4C3DB91D-8530-44FB-B45B-5DDFC883DBF9}" dt="2020-09-18T05:44:02.445" v="4" actId="1076"/>
          <ac:spMkLst>
            <pc:docMk/>
            <pc:sldMk cId="0" sldId="268"/>
            <ac:spMk id="2" creationId="{00000000-0000-0000-0000-000000000000}"/>
          </ac:spMkLst>
        </pc:spChg>
        <pc:spChg chg="mod">
          <ac:chgData name="Sarveshwaran Mahadevan" userId="S::1032180515@mitwpu.ac.in::e5c1bd89-7080-414b-963e-f82e9bff7373" providerId="AD" clId="Web-{4C3DB91D-8530-44FB-B45B-5DDFC883DBF9}" dt="2020-09-18T05:43:59.069" v="3" actId="1076"/>
          <ac:spMkLst>
            <pc:docMk/>
            <pc:sldMk cId="0" sldId="268"/>
            <ac:spMk id="3" creationId="{00000000-0000-0000-0000-000000000000}"/>
          </ac:spMkLst>
        </pc:spChg>
        <pc:grpChg chg="mod">
          <ac:chgData name="Sarveshwaran Mahadevan" userId="S::1032180515@mitwpu.ac.in::e5c1bd89-7080-414b-963e-f82e9bff7373" providerId="AD" clId="Web-{4C3DB91D-8530-44FB-B45B-5DDFC883DBF9}" dt="2020-09-18T05:43:55.382" v="2" actId="1076"/>
          <ac:grpSpMkLst>
            <pc:docMk/>
            <pc:sldMk cId="0" sldId="268"/>
            <ac:grpSpMk id="4" creationId="{00000000-0000-0000-0000-000000000000}"/>
          </ac:grpSpMkLst>
        </pc:grpChg>
      </pc:sldChg>
    </pc:docChg>
  </pc:docChgLst>
  <pc:docChgLst>
    <pc:chgData name="Prathamesh Kumbhar" userId="S::1032181218@mitwpu.ac.in::2a58cc3b-5832-4c50-bf8a-01190f771825" providerId="AD" clId="Web-{C6C70262-6171-475C-9770-EB04709AA7C3}"/>
    <pc:docChg chg="modSld">
      <pc:chgData name="Prathamesh Kumbhar" userId="S::1032181218@mitwpu.ac.in::2a58cc3b-5832-4c50-bf8a-01190f771825" providerId="AD" clId="Web-{C6C70262-6171-475C-9770-EB04709AA7C3}" dt="2020-09-18T04:08:41.505" v="113" actId="20577"/>
      <pc:docMkLst>
        <pc:docMk/>
      </pc:docMkLst>
      <pc:sldChg chg="delSp modSp">
        <pc:chgData name="Prathamesh Kumbhar" userId="S::1032181218@mitwpu.ac.in::2a58cc3b-5832-4c50-bf8a-01190f771825" providerId="AD" clId="Web-{C6C70262-6171-475C-9770-EB04709AA7C3}" dt="2020-09-18T03:54:22.080" v="2" actId="1076"/>
        <pc:sldMkLst>
          <pc:docMk/>
          <pc:sldMk cId="0" sldId="260"/>
        </pc:sldMkLst>
        <pc:spChg chg="mod">
          <ac:chgData name="Prathamesh Kumbhar" userId="S::1032181218@mitwpu.ac.in::2a58cc3b-5832-4c50-bf8a-01190f771825" providerId="AD" clId="Web-{C6C70262-6171-475C-9770-EB04709AA7C3}" dt="2020-09-18T03:54:22.080" v="2" actId="1076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Prathamesh Kumbhar" userId="S::1032181218@mitwpu.ac.in::2a58cc3b-5832-4c50-bf8a-01190f771825" providerId="AD" clId="Web-{C6C70262-6171-475C-9770-EB04709AA7C3}" dt="2020-09-18T03:54:13.065" v="1"/>
          <ac:spMkLst>
            <pc:docMk/>
            <pc:sldMk cId="0" sldId="260"/>
            <ac:spMk id="4" creationId="{00000000-0000-0000-0000-000000000000}"/>
          </ac:spMkLst>
        </pc:spChg>
      </pc:sldChg>
      <pc:sldChg chg="modSp">
        <pc:chgData name="Prathamesh Kumbhar" userId="S::1032181218@mitwpu.ac.in::2a58cc3b-5832-4c50-bf8a-01190f771825" providerId="AD" clId="Web-{C6C70262-6171-475C-9770-EB04709AA7C3}" dt="2020-09-18T03:55:26.222" v="33" actId="20577"/>
        <pc:sldMkLst>
          <pc:docMk/>
          <pc:sldMk cId="0" sldId="261"/>
        </pc:sldMkLst>
        <pc:spChg chg="mod">
          <ac:chgData name="Prathamesh Kumbhar" userId="S::1032181218@mitwpu.ac.in::2a58cc3b-5832-4c50-bf8a-01190f771825" providerId="AD" clId="Web-{C6C70262-6171-475C-9770-EB04709AA7C3}" dt="2020-09-18T03:55:26.222" v="33" actId="20577"/>
          <ac:spMkLst>
            <pc:docMk/>
            <pc:sldMk cId="0" sldId="261"/>
            <ac:spMk id="3" creationId="{00000000-0000-0000-0000-000000000000}"/>
          </ac:spMkLst>
        </pc:spChg>
      </pc:sldChg>
      <pc:sldChg chg="delSp modSp">
        <pc:chgData name="Prathamesh Kumbhar" userId="S::1032181218@mitwpu.ac.in::2a58cc3b-5832-4c50-bf8a-01190f771825" providerId="AD" clId="Web-{C6C70262-6171-475C-9770-EB04709AA7C3}" dt="2020-09-18T03:55:47.504" v="38" actId="1076"/>
        <pc:sldMkLst>
          <pc:docMk/>
          <pc:sldMk cId="0" sldId="262"/>
        </pc:sldMkLst>
        <pc:spChg chg="mod">
          <ac:chgData name="Prathamesh Kumbhar" userId="S::1032181218@mitwpu.ac.in::2a58cc3b-5832-4c50-bf8a-01190f771825" providerId="AD" clId="Web-{C6C70262-6171-475C-9770-EB04709AA7C3}" dt="2020-09-18T03:55:42.832" v="37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Prathamesh Kumbhar" userId="S::1032181218@mitwpu.ac.in::2a58cc3b-5832-4c50-bf8a-01190f771825" providerId="AD" clId="Web-{C6C70262-6171-475C-9770-EB04709AA7C3}" dt="2020-09-18T03:55:47.504" v="38" actId="1076"/>
          <ac:spMkLst>
            <pc:docMk/>
            <pc:sldMk cId="0" sldId="262"/>
            <ac:spMk id="4" creationId="{00000000-0000-0000-0000-000000000000}"/>
          </ac:spMkLst>
        </pc:spChg>
        <pc:spChg chg="del mod">
          <ac:chgData name="Prathamesh Kumbhar" userId="S::1032181218@mitwpu.ac.in::2a58cc3b-5832-4c50-bf8a-01190f771825" providerId="AD" clId="Web-{C6C70262-6171-475C-9770-EB04709AA7C3}" dt="2020-09-18T03:55:35.363" v="36"/>
          <ac:spMkLst>
            <pc:docMk/>
            <pc:sldMk cId="0" sldId="262"/>
            <ac:spMk id="5" creationId="{00000000-0000-0000-0000-000000000000}"/>
          </ac:spMkLst>
        </pc:spChg>
      </pc:sldChg>
      <pc:sldChg chg="modSp">
        <pc:chgData name="Prathamesh Kumbhar" userId="S::1032181218@mitwpu.ac.in::2a58cc3b-5832-4c50-bf8a-01190f771825" providerId="AD" clId="Web-{C6C70262-6171-475C-9770-EB04709AA7C3}" dt="2020-09-18T03:56:10.926" v="47" actId="20577"/>
        <pc:sldMkLst>
          <pc:docMk/>
          <pc:sldMk cId="0" sldId="263"/>
        </pc:sldMkLst>
        <pc:spChg chg="mod">
          <ac:chgData name="Prathamesh Kumbhar" userId="S::1032181218@mitwpu.ac.in::2a58cc3b-5832-4c50-bf8a-01190f771825" providerId="AD" clId="Web-{C6C70262-6171-475C-9770-EB04709AA7C3}" dt="2020-09-18T03:56:10.926" v="47" actId="20577"/>
          <ac:spMkLst>
            <pc:docMk/>
            <pc:sldMk cId="0" sldId="263"/>
            <ac:spMk id="3" creationId="{00000000-0000-0000-0000-000000000000}"/>
          </ac:spMkLst>
        </pc:spChg>
      </pc:sldChg>
      <pc:sldChg chg="delSp modSp">
        <pc:chgData name="Prathamesh Kumbhar" userId="S::1032181218@mitwpu.ac.in::2a58cc3b-5832-4c50-bf8a-01190f771825" providerId="AD" clId="Web-{C6C70262-6171-475C-9770-EB04709AA7C3}" dt="2020-09-18T03:57:35.178" v="65" actId="20577"/>
        <pc:sldMkLst>
          <pc:docMk/>
          <pc:sldMk cId="0" sldId="264"/>
        </pc:sldMkLst>
        <pc:spChg chg="mod">
          <ac:chgData name="Prathamesh Kumbhar" userId="S::1032181218@mitwpu.ac.in::2a58cc3b-5832-4c50-bf8a-01190f771825" providerId="AD" clId="Web-{C6C70262-6171-475C-9770-EB04709AA7C3}" dt="2020-09-18T03:57:35.178" v="65" actId="20577"/>
          <ac:spMkLst>
            <pc:docMk/>
            <pc:sldMk cId="0" sldId="264"/>
            <ac:spMk id="3" creationId="{00000000-0000-0000-0000-000000000000}"/>
          </ac:spMkLst>
        </pc:spChg>
        <pc:spChg chg="del">
          <ac:chgData name="Prathamesh Kumbhar" userId="S::1032181218@mitwpu.ac.in::2a58cc3b-5832-4c50-bf8a-01190f771825" providerId="AD" clId="Web-{C6C70262-6171-475C-9770-EB04709AA7C3}" dt="2020-09-18T03:56:59.084" v="54"/>
          <ac:spMkLst>
            <pc:docMk/>
            <pc:sldMk cId="0" sldId="264"/>
            <ac:spMk id="7" creationId="{7F169609-CACA-4279-8F63-6ACC82C2C65D}"/>
          </ac:spMkLst>
        </pc:spChg>
        <pc:spChg chg="del mod">
          <ac:chgData name="Prathamesh Kumbhar" userId="S::1032181218@mitwpu.ac.in::2a58cc3b-5832-4c50-bf8a-01190f771825" providerId="AD" clId="Web-{C6C70262-6171-475C-9770-EB04709AA7C3}" dt="2020-09-18T03:56:50.802" v="53"/>
          <ac:spMkLst>
            <pc:docMk/>
            <pc:sldMk cId="0" sldId="264"/>
            <ac:spMk id="8" creationId="{E21EC87B-CE24-47A0-AB04-F33A5134BAA0}"/>
          </ac:spMkLst>
        </pc:spChg>
      </pc:sldChg>
      <pc:sldChg chg="modSp">
        <pc:chgData name="Prathamesh Kumbhar" userId="S::1032181218@mitwpu.ac.in::2a58cc3b-5832-4c50-bf8a-01190f771825" providerId="AD" clId="Web-{C6C70262-6171-475C-9770-EB04709AA7C3}" dt="2020-09-18T03:57:56.991" v="76" actId="20577"/>
        <pc:sldMkLst>
          <pc:docMk/>
          <pc:sldMk cId="0" sldId="265"/>
        </pc:sldMkLst>
        <pc:spChg chg="mod">
          <ac:chgData name="Prathamesh Kumbhar" userId="S::1032181218@mitwpu.ac.in::2a58cc3b-5832-4c50-bf8a-01190f771825" providerId="AD" clId="Web-{C6C70262-6171-475C-9770-EB04709AA7C3}" dt="2020-09-18T03:57:56.991" v="76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Prathamesh Kumbhar" userId="S::1032181218@mitwpu.ac.in::2a58cc3b-5832-4c50-bf8a-01190f771825" providerId="AD" clId="Web-{C6C70262-6171-475C-9770-EB04709AA7C3}" dt="2020-09-18T03:58:05.570" v="78" actId="1076"/>
        <pc:sldMkLst>
          <pc:docMk/>
          <pc:sldMk cId="0" sldId="266"/>
        </pc:sldMkLst>
        <pc:spChg chg="mod">
          <ac:chgData name="Prathamesh Kumbhar" userId="S::1032181218@mitwpu.ac.in::2a58cc3b-5832-4c50-bf8a-01190f771825" providerId="AD" clId="Web-{C6C70262-6171-475C-9770-EB04709AA7C3}" dt="2020-09-18T03:58:05.570" v="78" actId="1076"/>
          <ac:spMkLst>
            <pc:docMk/>
            <pc:sldMk cId="0" sldId="266"/>
            <ac:spMk id="4" creationId="{00000000-0000-0000-0000-000000000000}"/>
          </ac:spMkLst>
        </pc:spChg>
      </pc:sldChg>
      <pc:sldChg chg="modSp">
        <pc:chgData name="Prathamesh Kumbhar" userId="S::1032181218@mitwpu.ac.in::2a58cc3b-5832-4c50-bf8a-01190f771825" providerId="AD" clId="Web-{C6C70262-6171-475C-9770-EB04709AA7C3}" dt="2020-09-18T03:58:23.195" v="85" actId="20577"/>
        <pc:sldMkLst>
          <pc:docMk/>
          <pc:sldMk cId="0" sldId="267"/>
        </pc:sldMkLst>
        <pc:spChg chg="mod">
          <ac:chgData name="Prathamesh Kumbhar" userId="S::1032181218@mitwpu.ac.in::2a58cc3b-5832-4c50-bf8a-01190f771825" providerId="AD" clId="Web-{C6C70262-6171-475C-9770-EB04709AA7C3}" dt="2020-09-18T03:58:23.195" v="85" actId="20577"/>
          <ac:spMkLst>
            <pc:docMk/>
            <pc:sldMk cId="0" sldId="267"/>
            <ac:spMk id="3" creationId="{00000000-0000-0000-0000-000000000000}"/>
          </ac:spMkLst>
        </pc:spChg>
      </pc:sldChg>
      <pc:sldChg chg="addSp delSp modSp">
        <pc:chgData name="Prathamesh Kumbhar" userId="S::1032181218@mitwpu.ac.in::2a58cc3b-5832-4c50-bf8a-01190f771825" providerId="AD" clId="Web-{C6C70262-6171-475C-9770-EB04709AA7C3}" dt="2020-09-18T04:06:35.034" v="90" actId="1076"/>
        <pc:sldMkLst>
          <pc:docMk/>
          <pc:sldMk cId="0" sldId="268"/>
        </pc:sldMkLst>
        <pc:spChg chg="mod">
          <ac:chgData name="Prathamesh Kumbhar" userId="S::1032181218@mitwpu.ac.in::2a58cc3b-5832-4c50-bf8a-01190f771825" providerId="AD" clId="Web-{C6C70262-6171-475C-9770-EB04709AA7C3}" dt="2020-09-18T04:06:35.034" v="90" actId="1076"/>
          <ac:spMkLst>
            <pc:docMk/>
            <pc:sldMk cId="0" sldId="268"/>
            <ac:spMk id="5" creationId="{00000000-0000-0000-0000-000000000000}"/>
          </ac:spMkLst>
        </pc:spChg>
        <pc:spChg chg="mod">
          <ac:chgData name="Prathamesh Kumbhar" userId="S::1032181218@mitwpu.ac.in::2a58cc3b-5832-4c50-bf8a-01190f771825" providerId="AD" clId="Web-{C6C70262-6171-475C-9770-EB04709AA7C3}" dt="2020-09-18T04:06:08.580" v="87" actId="1076"/>
          <ac:spMkLst>
            <pc:docMk/>
            <pc:sldMk cId="0" sldId="268"/>
            <ac:spMk id="6" creationId="{00000000-0000-0000-0000-000000000000}"/>
          </ac:spMkLst>
        </pc:spChg>
        <pc:grpChg chg="add del">
          <ac:chgData name="Prathamesh Kumbhar" userId="S::1032181218@mitwpu.ac.in::2a58cc3b-5832-4c50-bf8a-01190f771825" providerId="AD" clId="Web-{C6C70262-6171-475C-9770-EB04709AA7C3}" dt="2020-09-18T04:06:25.424" v="89"/>
          <ac:grpSpMkLst>
            <pc:docMk/>
            <pc:sldMk cId="0" sldId="268"/>
            <ac:grpSpMk id="4" creationId="{00000000-0000-0000-0000-000000000000}"/>
          </ac:grpSpMkLst>
        </pc:grpChg>
      </pc:sldChg>
      <pc:sldChg chg="modSp">
        <pc:chgData name="Prathamesh Kumbhar" userId="S::1032181218@mitwpu.ac.in::2a58cc3b-5832-4c50-bf8a-01190f771825" providerId="AD" clId="Web-{C6C70262-6171-475C-9770-EB04709AA7C3}" dt="2020-09-18T04:07:30.113" v="96" actId="1076"/>
        <pc:sldMkLst>
          <pc:docMk/>
          <pc:sldMk cId="0" sldId="270"/>
        </pc:sldMkLst>
        <pc:spChg chg="mod">
          <ac:chgData name="Prathamesh Kumbhar" userId="S::1032181218@mitwpu.ac.in::2a58cc3b-5832-4c50-bf8a-01190f771825" providerId="AD" clId="Web-{C6C70262-6171-475C-9770-EB04709AA7C3}" dt="2020-09-18T04:07:30.113" v="96" actId="10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Prathamesh Kumbhar" userId="S::1032181218@mitwpu.ac.in::2a58cc3b-5832-4c50-bf8a-01190f771825" providerId="AD" clId="Web-{C6C70262-6171-475C-9770-EB04709AA7C3}" dt="2020-09-18T04:07:22.238" v="95" actId="1076"/>
          <ac:spMkLst>
            <pc:docMk/>
            <pc:sldMk cId="0" sldId="270"/>
            <ac:spMk id="3" creationId="{00000000-0000-0000-0000-000000000000}"/>
          </ac:spMkLst>
        </pc:spChg>
      </pc:sldChg>
      <pc:sldChg chg="modSp">
        <pc:chgData name="Prathamesh Kumbhar" userId="S::1032181218@mitwpu.ac.in::2a58cc3b-5832-4c50-bf8a-01190f771825" providerId="AD" clId="Web-{C6C70262-6171-475C-9770-EB04709AA7C3}" dt="2020-09-18T04:08:41.505" v="112" actId="20577"/>
        <pc:sldMkLst>
          <pc:docMk/>
          <pc:sldMk cId="0" sldId="271"/>
        </pc:sldMkLst>
        <pc:spChg chg="mod">
          <ac:chgData name="Prathamesh Kumbhar" userId="S::1032181218@mitwpu.ac.in::2a58cc3b-5832-4c50-bf8a-01190f771825" providerId="AD" clId="Web-{C6C70262-6171-475C-9770-EB04709AA7C3}" dt="2020-09-18T04:08:41.505" v="112" actId="20577"/>
          <ac:spMkLst>
            <pc:docMk/>
            <pc:sldMk cId="0" sldId="27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46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36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799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9/20/2020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42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9/20/2020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301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9/20/2020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14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4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9/20/2020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03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9/20/2020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19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9/20/2020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7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9/20/2020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923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9/20/2020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68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8901" y="808056"/>
            <a:ext cx="8813038" cy="22540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662430" marR="1652905"/>
            <a:r>
              <a:rPr lang="en-US" b="1" spc="-300">
                <a:solidFill>
                  <a:schemeClr val="tx1"/>
                </a:solidFill>
                <a:uFill>
                  <a:solidFill>
                    <a:srgbClr val="C00000"/>
                  </a:solidFill>
                </a:uFill>
              </a:rPr>
              <a:t>AXIAL  FLOW  COMPRESSOR</a:t>
            </a:r>
            <a:endParaRPr lang="en-US" b="1" spc="-300">
              <a:solidFill>
                <a:schemeClr val="tx1"/>
              </a:solidFill>
              <a:uFill>
                <a:solidFill>
                  <a:srgbClr val="C00000"/>
                </a:solidFill>
              </a:uFill>
              <a:cs typeface="Calibri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61002F-192B-4C97-8F2E-C3D171BC7CB5}"/>
              </a:ext>
            </a:extLst>
          </p:cNvPr>
          <p:cNvSpPr txBox="1"/>
          <p:nvPr/>
        </p:nvSpPr>
        <p:spPr>
          <a:xfrm>
            <a:off x="8173345" y="4237263"/>
            <a:ext cx="3558432" cy="192474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/>
              <a:t>PC-11 Shaunak Kolhe</a:t>
            </a:r>
          </a:p>
          <a:p>
            <a:pPr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/>
              <a:t>PC-19 Sarvesh Mahadevan</a:t>
            </a:r>
          </a:p>
          <a:p>
            <a:pPr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/>
              <a:t>PC-42 Prathamesh Kumbhar</a:t>
            </a:r>
          </a:p>
          <a:p>
            <a:pPr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/>
              <a:t>PC-46 Saumitra Mahajan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AD7C5D-9721-4BB9-A158-AFE923BDB523}"/>
              </a:ext>
            </a:extLst>
          </p:cNvPr>
          <p:cNvSpPr txBox="1"/>
          <p:nvPr/>
        </p:nvSpPr>
        <p:spPr>
          <a:xfrm>
            <a:off x="4490571" y="2886137"/>
            <a:ext cx="72479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>
                <a:cs typeface="Calibri"/>
              </a:rPr>
              <a:t>UNDER THE CONTINUOUS GUIDAINCE OF : </a:t>
            </a:r>
            <a:r>
              <a:rPr lang="en-US" b="1">
                <a:cs typeface="Calibri"/>
              </a:rPr>
              <a:t>PROF. PRASHANT THAKAR</a:t>
            </a:r>
            <a:r>
              <a:rPr lang="en-US">
                <a:cs typeface="Calibri"/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B9DDFB-EF6B-4E03-912C-7572B3E04FC4}"/>
              </a:ext>
            </a:extLst>
          </p:cNvPr>
          <p:cNvSpPr txBox="1"/>
          <p:nvPr/>
        </p:nvSpPr>
        <p:spPr>
          <a:xfrm>
            <a:off x="8170334" y="38608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Presented by</a:t>
            </a:r>
          </a:p>
        </p:txBody>
      </p:sp>
      <p:pic>
        <p:nvPicPr>
          <p:cNvPr id="7" name="Picture 8" descr="A close up of a device&#10;&#10;Description automatically generated">
            <a:extLst>
              <a:ext uri="{FF2B5EF4-FFF2-40B4-BE49-F238E27FC236}">
                <a16:creationId xmlns:a16="http://schemas.microsoft.com/office/drawing/2014/main" id="{FAE92A67-6403-48DF-B61A-8711D9634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82" y="2121075"/>
            <a:ext cx="3471580" cy="27054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260" y="1683144"/>
            <a:ext cx="2774922" cy="3491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b="1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45561" y="2191987"/>
            <a:ext cx="6627377" cy="34917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55600" marR="5080" indent="-182880" algn="just">
              <a:lnSpc>
                <a:spcPct val="90000"/>
              </a:lnSpc>
              <a:spcBef>
                <a:spcPts val="100"/>
              </a:spcBef>
              <a:buClr>
                <a:schemeClr val="accent1"/>
              </a:buClr>
              <a:buFont typeface="Wingdings 2" pitchFamily="18" charset="2"/>
              <a:buChar char=""/>
              <a:tabLst>
                <a:tab pos="354965" algn="l"/>
              </a:tabLst>
            </a:pPr>
            <a:r>
              <a:rPr lang="en-US" sz="2000" spc="-15" dirty="0"/>
              <a:t>An </a:t>
            </a:r>
            <a:r>
              <a:rPr lang="en-US" sz="2000" spc="-40" dirty="0"/>
              <a:t>axial </a:t>
            </a:r>
            <a:r>
              <a:rPr lang="en-US" sz="2000" spc="-15" dirty="0"/>
              <a:t>compressor </a:t>
            </a:r>
            <a:r>
              <a:rPr lang="en-US" sz="2000" spc="-55" dirty="0"/>
              <a:t>is </a:t>
            </a:r>
            <a:r>
              <a:rPr lang="en-US" sz="2000" spc="-90" dirty="0"/>
              <a:t>a </a:t>
            </a:r>
            <a:r>
              <a:rPr lang="en-US" sz="2000" spc="-20" dirty="0"/>
              <a:t>machine </a:t>
            </a:r>
            <a:r>
              <a:rPr lang="en-US" sz="2000" spc="35" dirty="0"/>
              <a:t>that </a:t>
            </a:r>
            <a:r>
              <a:rPr lang="en-US" sz="2000" spc="-50" dirty="0"/>
              <a:t>can </a:t>
            </a:r>
            <a:r>
              <a:rPr lang="en-US" sz="2000" spc="5" dirty="0"/>
              <a:t>continuously </a:t>
            </a:r>
            <a:r>
              <a:rPr lang="en-US" sz="2000" spc="-40" dirty="0"/>
              <a:t>pressurize </a:t>
            </a:r>
            <a:r>
              <a:rPr lang="en-US" sz="2000" spc="-85" dirty="0"/>
              <a:t>gases. </a:t>
            </a:r>
            <a:r>
              <a:rPr lang="en-US" sz="2000" spc="40" dirty="0"/>
              <a:t>It </a:t>
            </a:r>
            <a:r>
              <a:rPr lang="en-US" sz="2000" spc="-55" dirty="0"/>
              <a:t>is </a:t>
            </a:r>
            <a:r>
              <a:rPr lang="en-US" sz="2000" spc="-90" dirty="0"/>
              <a:t>a </a:t>
            </a:r>
            <a:r>
              <a:rPr lang="en-US" sz="2000" spc="15" dirty="0"/>
              <a:t>rotating, </a:t>
            </a:r>
            <a:r>
              <a:rPr lang="en-US" sz="2000" spc="-15" dirty="0"/>
              <a:t>air </a:t>
            </a:r>
            <a:r>
              <a:rPr lang="en-US" sz="2000" spc="10" dirty="0"/>
              <a:t>foil-based  </a:t>
            </a:r>
            <a:r>
              <a:rPr lang="en-US" sz="2000" spc="-20" dirty="0"/>
              <a:t>compressor </a:t>
            </a:r>
            <a:r>
              <a:rPr lang="en-US" sz="2000" spc="20" dirty="0"/>
              <a:t>in </a:t>
            </a:r>
            <a:r>
              <a:rPr lang="en-US" sz="2000" spc="-5" dirty="0"/>
              <a:t>which </a:t>
            </a:r>
            <a:r>
              <a:rPr lang="en-US" sz="2000" spc="20" dirty="0"/>
              <a:t>the </a:t>
            </a:r>
            <a:r>
              <a:rPr lang="en-US" sz="2000" spc="-60" dirty="0"/>
              <a:t>gas </a:t>
            </a:r>
            <a:r>
              <a:rPr lang="en-US" sz="2000" spc="40" dirty="0"/>
              <a:t>or </a:t>
            </a:r>
            <a:r>
              <a:rPr lang="en-US" sz="2000" spc="20" dirty="0"/>
              <a:t>working </a:t>
            </a:r>
            <a:r>
              <a:rPr lang="en-US" sz="2000" spc="40" dirty="0"/>
              <a:t>fluid </a:t>
            </a:r>
            <a:r>
              <a:rPr lang="en-US" sz="2000" spc="5" dirty="0"/>
              <a:t>principally </a:t>
            </a:r>
            <a:r>
              <a:rPr lang="en-US" sz="2000" dirty="0"/>
              <a:t>flows </a:t>
            </a:r>
            <a:r>
              <a:rPr lang="en-US" sz="2000" spc="-15" dirty="0"/>
              <a:t>parallel </a:t>
            </a:r>
            <a:r>
              <a:rPr lang="en-US" sz="2000" spc="80" dirty="0"/>
              <a:t>to </a:t>
            </a:r>
            <a:r>
              <a:rPr lang="en-US" sz="2000" spc="20" dirty="0"/>
              <a:t>the </a:t>
            </a:r>
            <a:r>
              <a:rPr lang="en-US" sz="2000" spc="-70" dirty="0"/>
              <a:t>axis </a:t>
            </a:r>
            <a:r>
              <a:rPr lang="en-US" sz="2000" spc="55" dirty="0"/>
              <a:t>of</a:t>
            </a:r>
            <a:r>
              <a:rPr lang="en-US" sz="2000" spc="-204" dirty="0"/>
              <a:t> </a:t>
            </a:r>
            <a:r>
              <a:rPr lang="en-US" sz="2000" spc="20" dirty="0"/>
              <a:t>rotation.</a:t>
            </a:r>
            <a:endParaRPr lang="en-US" sz="2000" dirty="0"/>
          </a:p>
          <a:p>
            <a:pPr marL="355600" indent="-182880" algn="just">
              <a:lnSpc>
                <a:spcPct val="90000"/>
              </a:lnSpc>
              <a:spcBef>
                <a:spcPts val="865"/>
              </a:spcBef>
              <a:buClr>
                <a:schemeClr val="accent1"/>
              </a:buClr>
              <a:buFont typeface="Wingdings 2" pitchFamily="18" charset="2"/>
              <a:buChar char=""/>
              <a:tabLst>
                <a:tab pos="354965" algn="l"/>
                <a:tab pos="978535" algn="l"/>
                <a:tab pos="1548765" algn="l"/>
                <a:tab pos="2969260" algn="l"/>
                <a:tab pos="3947795" algn="l"/>
                <a:tab pos="4209415" algn="l"/>
                <a:tab pos="5473065" algn="l"/>
                <a:tab pos="6042025" algn="l"/>
                <a:tab pos="6390640" algn="l"/>
                <a:tab pos="7752080" algn="l"/>
                <a:tab pos="8296275" algn="l"/>
                <a:tab pos="8818880" algn="l"/>
                <a:tab pos="9436100" algn="l"/>
                <a:tab pos="9907270" algn="l"/>
                <a:tab pos="10855325" algn="l"/>
              </a:tabLst>
            </a:pPr>
            <a:r>
              <a:rPr lang="en-US" sz="2000" spc="25" dirty="0">
                <a:ea typeface="+mn-lt"/>
                <a:cs typeface="+mn-lt"/>
              </a:rPr>
              <a:t>Axial flow compressors produce a continuous flow of compressed  gas and  have the benefits of </a:t>
            </a:r>
            <a:r>
              <a:rPr lang="en-US" sz="2000" spc="25" dirty="0"/>
              <a:t>high </a:t>
            </a:r>
            <a:r>
              <a:rPr lang="en-US" sz="2000" spc="-10" dirty="0"/>
              <a:t>efficiency </a:t>
            </a:r>
            <a:r>
              <a:rPr lang="en-US" sz="2000" spc="-5" dirty="0"/>
              <a:t>and </a:t>
            </a:r>
            <a:r>
              <a:rPr lang="en-US" sz="2000" spc="-10" dirty="0"/>
              <a:t>large </a:t>
            </a:r>
            <a:r>
              <a:rPr lang="en-US" sz="2000" spc="-85" dirty="0"/>
              <a:t>mass </a:t>
            </a:r>
            <a:r>
              <a:rPr lang="en-US" sz="2000" spc="35" dirty="0"/>
              <a:t>flow </a:t>
            </a:r>
            <a:r>
              <a:rPr lang="en-US" sz="2000" spc="-30" dirty="0"/>
              <a:t>rate, </a:t>
            </a:r>
            <a:r>
              <a:rPr lang="en-US" sz="2000" dirty="0"/>
              <a:t>particularly </a:t>
            </a:r>
            <a:r>
              <a:rPr lang="en-US" sz="2000" spc="25" dirty="0"/>
              <a:t>in </a:t>
            </a:r>
            <a:r>
              <a:rPr lang="en-US" sz="2000" spc="10" dirty="0"/>
              <a:t>relation </a:t>
            </a:r>
            <a:r>
              <a:rPr lang="en-US" sz="2000" spc="80" dirty="0"/>
              <a:t>to </a:t>
            </a:r>
            <a:r>
              <a:rPr lang="en-US" sz="2000" spc="20" dirty="0"/>
              <a:t>their </a:t>
            </a:r>
            <a:r>
              <a:rPr lang="en-US" sz="2000" spc="-65" dirty="0"/>
              <a:t>size </a:t>
            </a:r>
            <a:r>
              <a:rPr lang="en-US" sz="2000" spc="-5" dirty="0"/>
              <a:t>and</a:t>
            </a:r>
            <a:r>
              <a:rPr lang="en-US" sz="2000" spc="-135" dirty="0"/>
              <a:t> </a:t>
            </a:r>
            <a:r>
              <a:rPr lang="en-US" sz="2000" spc="-25" dirty="0"/>
              <a:t>cross-section.</a:t>
            </a:r>
            <a:endParaRPr lang="en-US" sz="2000" dirty="0"/>
          </a:p>
          <a:p>
            <a:pPr marL="355600" marR="5080" indent="-182880" algn="just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2" pitchFamily="18" charset="2"/>
              <a:buChar char=""/>
              <a:tabLst>
                <a:tab pos="354965" algn="l"/>
              </a:tabLst>
            </a:pPr>
            <a:r>
              <a:rPr lang="en-US" sz="2000" spc="-60" dirty="0"/>
              <a:t>They </a:t>
            </a:r>
            <a:r>
              <a:rPr lang="en-US" sz="2000" dirty="0"/>
              <a:t>do, </a:t>
            </a:r>
            <a:r>
              <a:rPr lang="en-US" sz="2000" spc="-30" dirty="0"/>
              <a:t>however, </a:t>
            </a:r>
            <a:r>
              <a:rPr lang="en-US" sz="2000" dirty="0"/>
              <a:t>require </a:t>
            </a:r>
            <a:r>
              <a:rPr lang="en-US" sz="2000" spc="-55" dirty="0"/>
              <a:t>several </a:t>
            </a:r>
            <a:r>
              <a:rPr lang="en-US" sz="2000" spc="-20" dirty="0"/>
              <a:t>rows </a:t>
            </a:r>
            <a:r>
              <a:rPr lang="en-US" sz="2000" spc="55" dirty="0"/>
              <a:t>of </a:t>
            </a:r>
            <a:r>
              <a:rPr lang="en-US" sz="2000" spc="-15" dirty="0"/>
              <a:t>air </a:t>
            </a:r>
            <a:r>
              <a:rPr lang="en-US" sz="2000" spc="5" dirty="0"/>
              <a:t>foils </a:t>
            </a:r>
            <a:r>
              <a:rPr lang="en-US" sz="2000" spc="80" dirty="0"/>
              <a:t>to </a:t>
            </a:r>
            <a:r>
              <a:rPr lang="en-US" sz="2000" spc="-40" dirty="0"/>
              <a:t>achieve </a:t>
            </a:r>
            <a:r>
              <a:rPr lang="en-US" sz="2000" spc="-90" dirty="0"/>
              <a:t>a </a:t>
            </a:r>
            <a:r>
              <a:rPr lang="en-US" sz="2000" spc="-10" dirty="0"/>
              <a:t>large </a:t>
            </a:r>
            <a:r>
              <a:rPr lang="en-US" sz="2000" spc="-35" dirty="0"/>
              <a:t>pressure </a:t>
            </a:r>
            <a:r>
              <a:rPr lang="en-US" sz="2000" spc="-55" dirty="0"/>
              <a:t>rise, </a:t>
            </a:r>
            <a:r>
              <a:rPr lang="en-US" sz="2000" spc="5" dirty="0"/>
              <a:t>making </a:t>
            </a:r>
            <a:r>
              <a:rPr lang="en-US" sz="2000" spc="25" dirty="0"/>
              <a:t>them </a:t>
            </a:r>
            <a:r>
              <a:rPr lang="en-US" sz="2000" spc="-5" dirty="0"/>
              <a:t>complex  and </a:t>
            </a:r>
            <a:r>
              <a:rPr lang="en-US" sz="2000" spc="-40" dirty="0"/>
              <a:t>expensive </a:t>
            </a:r>
            <a:r>
              <a:rPr lang="en-US" sz="2000" spc="-10" dirty="0"/>
              <a:t>relative </a:t>
            </a:r>
            <a:r>
              <a:rPr lang="en-US" sz="2000" spc="80" dirty="0"/>
              <a:t>to </a:t>
            </a:r>
            <a:r>
              <a:rPr lang="en-US" sz="2000" spc="25" dirty="0"/>
              <a:t>other</a:t>
            </a:r>
            <a:r>
              <a:rPr lang="en-US" sz="2000" spc="-125" dirty="0"/>
              <a:t> </a:t>
            </a:r>
            <a:r>
              <a:rPr lang="en-US" sz="2000" spc="-40" dirty="0"/>
              <a:t>designs.</a:t>
            </a:r>
            <a:endParaRPr lang="en-US" sz="2000" dirty="0"/>
          </a:p>
          <a:p>
            <a:pPr marL="458470" marR="5080" indent="-285750" algn="just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18" charset="2"/>
              <a:buChar char="•"/>
              <a:tabLst>
                <a:tab pos="354965" algn="l"/>
              </a:tabLst>
            </a:pPr>
            <a:r>
              <a:rPr lang="en-US" sz="2000" spc="-40" dirty="0">
                <a:ea typeface="+mn-lt"/>
                <a:cs typeface="+mn-lt"/>
              </a:rPr>
              <a:t>Axial compressors are integral to the design of large gas turbines such as jet engines, high speed ship engines, and small-scale power stations</a:t>
            </a:r>
          </a:p>
          <a:p>
            <a:pPr marL="355600" marR="5080" indent="-182880" algn="just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2" pitchFamily="18" charset="2"/>
              <a:buChar char=""/>
              <a:tabLst>
                <a:tab pos="354965" algn="l"/>
              </a:tabLst>
            </a:pPr>
            <a:endParaRPr lang="en-US" spc="-40"/>
          </a:p>
          <a:p>
            <a:pPr marL="172720" marR="6985" algn="just">
              <a:lnSpc>
                <a:spcPct val="90000"/>
              </a:lnSpc>
              <a:spcBef>
                <a:spcPts val="990"/>
              </a:spcBef>
              <a:buClr>
                <a:schemeClr val="accent1"/>
              </a:buClr>
              <a:tabLst>
                <a:tab pos="354965" algn="l"/>
              </a:tabLst>
            </a:pPr>
            <a:endParaRPr lang="en-US" sz="1500" spc="-3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object 4"/>
          <p:cNvSpPr txBox="1"/>
          <p:nvPr/>
        </p:nvSpPr>
        <p:spPr>
          <a:xfrm>
            <a:off x="10663555" y="460705"/>
            <a:ext cx="217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US"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object 5"/>
          <p:cNvSpPr txBox="1"/>
          <p:nvPr/>
        </p:nvSpPr>
        <p:spPr>
          <a:xfrm>
            <a:off x="4059047" y="360849"/>
            <a:ext cx="7647112" cy="45338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99085" marR="5080" indent="-182880">
              <a:lnSpc>
                <a:spcPct val="90000"/>
              </a:lnSpc>
              <a:spcBef>
                <a:spcPts val="100"/>
              </a:spcBef>
              <a:buClr>
                <a:schemeClr val="accent1"/>
              </a:buClr>
              <a:buFont typeface="Wingdings 2" pitchFamily="18" charset="2"/>
              <a:buChar char=""/>
              <a:tabLst>
                <a:tab pos="299720" algn="l"/>
                <a:tab pos="1429385" algn="l"/>
                <a:tab pos="2938780" algn="l"/>
                <a:tab pos="4465955" algn="l"/>
                <a:tab pos="5452110" algn="l"/>
              </a:tabLst>
            </a:pPr>
            <a:r>
              <a:rPr lang="en-US" sz="2400" spc="-60">
                <a:solidFill>
                  <a:schemeClr val="tx1">
                    <a:lumMod val="65000"/>
                    <a:lumOff val="35000"/>
                  </a:schemeClr>
                </a:solidFill>
              </a:rPr>
              <a:t>They </a:t>
            </a:r>
            <a:r>
              <a:rPr lang="en-US" sz="24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are </a:t>
            </a:r>
            <a:r>
              <a:rPr lang="en-US" sz="24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also </a:t>
            </a:r>
            <a:r>
              <a:rPr lang="en-US" sz="24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used </a:t>
            </a:r>
            <a:r>
              <a:rPr lang="en-US" sz="24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in </a:t>
            </a:r>
            <a:r>
              <a:rPr lang="en-US" sz="2400" spc="5">
                <a:solidFill>
                  <a:schemeClr val="tx1">
                    <a:lumMod val="65000"/>
                    <a:lumOff val="35000"/>
                  </a:schemeClr>
                </a:solidFill>
              </a:rPr>
              <a:t>industrial </a:t>
            </a: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applications </a:t>
            </a:r>
            <a:r>
              <a:rPr lang="en-US" sz="24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such </a:t>
            </a:r>
            <a:r>
              <a:rPr lang="en-US" sz="2400" spc="-120">
                <a:solidFill>
                  <a:schemeClr val="tx1">
                    <a:lumMod val="65000"/>
                    <a:lumOff val="35000"/>
                  </a:schemeClr>
                </a:solidFill>
              </a:rPr>
              <a:t>as  </a:t>
            </a:r>
            <a:r>
              <a:rPr lang="en-US" sz="24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large </a:t>
            </a:r>
            <a:r>
              <a:rPr lang="en-US" sz="24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volume </a:t>
            </a:r>
            <a:r>
              <a:rPr lang="en-US" sz="24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air separation </a:t>
            </a:r>
            <a:r>
              <a:rPr lang="en-US" sz="24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plants, </a:t>
            </a:r>
            <a:r>
              <a:rPr lang="en-US" sz="24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blast </a:t>
            </a:r>
            <a:r>
              <a:rPr lang="en-US" sz="24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furnace </a:t>
            </a:r>
            <a:r>
              <a:rPr lang="en-US" sz="24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air, </a:t>
            </a:r>
            <a:r>
              <a:rPr lang="en-US" sz="2400" spc="40">
                <a:solidFill>
                  <a:schemeClr val="tx1">
                    <a:lumMod val="65000"/>
                    <a:lumOff val="35000"/>
                  </a:schemeClr>
                </a:solidFill>
              </a:rPr>
              <a:t>flu</a:t>
            </a:r>
            <a:r>
              <a:rPr lang="en-US" sz="24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24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sz="2400" spc="-65">
                <a:solidFill>
                  <a:schemeClr val="tx1">
                    <a:lumMod val="65000"/>
                    <a:lumOff val="35000"/>
                  </a:schemeClr>
                </a:solidFill>
              </a:rPr>
              <a:t>c</a:t>
            </a:r>
            <a:r>
              <a:rPr lang="en-US" sz="24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ata</a:t>
            </a:r>
            <a:r>
              <a:rPr lang="en-US" sz="2400" spc="35">
                <a:solidFill>
                  <a:schemeClr val="tx1">
                    <a:lumMod val="65000"/>
                    <a:lumOff val="35000"/>
                  </a:schemeClr>
                </a:solidFill>
              </a:rPr>
              <a:t>lyt</a:t>
            </a:r>
            <a:r>
              <a:rPr lang="en-US" sz="2400" spc="3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2400" spc="-70">
                <a:solidFill>
                  <a:schemeClr val="tx1">
                    <a:lumMod val="65000"/>
                    <a:lumOff val="35000"/>
                  </a:schemeClr>
                </a:solidFill>
              </a:rPr>
              <a:t>c </a:t>
            </a:r>
            <a:r>
              <a:rPr lang="en-US" sz="2400" spc="-65">
                <a:solidFill>
                  <a:schemeClr val="tx1">
                    <a:lumMod val="65000"/>
                    <a:lumOff val="35000"/>
                  </a:schemeClr>
                </a:solidFill>
              </a:rPr>
              <a:t>c</a:t>
            </a:r>
            <a:r>
              <a:rPr lang="en-US" sz="24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  <a:r>
              <a:rPr lang="en-US" sz="2400" spc="-50">
                <a:solidFill>
                  <a:schemeClr val="tx1">
                    <a:lumMod val="65000"/>
                    <a:lumOff val="35000"/>
                  </a:schemeClr>
                </a:solidFill>
              </a:rPr>
              <a:t>a</a:t>
            </a:r>
            <a:r>
              <a:rPr lang="en-US" sz="2400" spc="-65">
                <a:solidFill>
                  <a:schemeClr val="tx1">
                    <a:lumMod val="65000"/>
                    <a:lumOff val="35000"/>
                  </a:schemeClr>
                </a:solidFill>
              </a:rPr>
              <a:t>c</a:t>
            </a:r>
            <a:r>
              <a:rPr lang="en-US" sz="24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kin</a:t>
            </a:r>
            <a:r>
              <a:rPr lang="en-US" sz="2400" spc="3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sz="24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a</a:t>
            </a:r>
            <a:r>
              <a:rPr lang="en-US" sz="24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24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r, </a:t>
            </a:r>
            <a:r>
              <a:rPr lang="en-US" sz="24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and </a:t>
            </a:r>
            <a:r>
              <a:rPr lang="en-US" sz="2400" spc="5">
                <a:solidFill>
                  <a:schemeClr val="tx1">
                    <a:lumMod val="65000"/>
                    <a:lumOff val="35000"/>
                  </a:schemeClr>
                </a:solidFill>
              </a:rPr>
              <a:t>propane</a:t>
            </a:r>
            <a:r>
              <a:rPr lang="en-US" sz="24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spc="5">
                <a:solidFill>
                  <a:schemeClr val="tx1">
                    <a:lumMod val="65000"/>
                    <a:lumOff val="35000"/>
                  </a:schemeClr>
                </a:solidFill>
              </a:rPr>
              <a:t>dehydrogenation.</a:t>
            </a:r>
            <a:endParaRPr lang="en-US" sz="2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99085" marR="5080" indent="-182880">
              <a:lnSpc>
                <a:spcPct val="90000"/>
              </a:lnSpc>
              <a:spcBef>
                <a:spcPts val="100"/>
              </a:spcBef>
              <a:buClr>
                <a:schemeClr val="accent1"/>
              </a:buClr>
              <a:buFont typeface="Wingdings 2" pitchFamily="18" charset="2"/>
              <a:buChar char=""/>
              <a:tabLst>
                <a:tab pos="299720" algn="l"/>
              </a:tabLst>
            </a:pPr>
            <a:endParaRPr lang="en-US" sz="2400" spc="5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99085" marR="5080" indent="-182880">
              <a:lnSpc>
                <a:spcPct val="90000"/>
              </a:lnSpc>
              <a:buClr>
                <a:schemeClr val="accent1"/>
              </a:buClr>
              <a:buFont typeface="Wingdings 2" pitchFamily="18" charset="2"/>
              <a:buChar char=""/>
              <a:tabLst>
                <a:tab pos="299720" algn="l"/>
              </a:tabLst>
            </a:pPr>
            <a:r>
              <a:rPr lang="en-US" sz="24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Due </a:t>
            </a:r>
            <a:r>
              <a:rPr lang="en-US" sz="2400" spc="80">
                <a:solidFill>
                  <a:schemeClr val="tx1">
                    <a:lumMod val="65000"/>
                    <a:lumOff val="35000"/>
                  </a:schemeClr>
                </a:solidFill>
              </a:rPr>
              <a:t>to </a:t>
            </a:r>
            <a:r>
              <a:rPr lang="en-US" sz="2400" spc="30">
                <a:solidFill>
                  <a:schemeClr val="tx1">
                    <a:lumMod val="65000"/>
                    <a:lumOff val="35000"/>
                  </a:schemeClr>
                </a:solidFill>
              </a:rPr>
              <a:t>high </a:t>
            </a:r>
            <a:r>
              <a:rPr lang="en-US" sz="24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performance, </a:t>
            </a:r>
            <a:r>
              <a:rPr lang="en-US" sz="24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high </a:t>
            </a:r>
            <a:r>
              <a:rPr lang="en-US" sz="24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reliability </a:t>
            </a:r>
            <a:r>
              <a:rPr lang="en-US" sz="24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and </a:t>
            </a: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flexible  </a:t>
            </a:r>
            <a:r>
              <a:rPr lang="en-US" sz="24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operation </a:t>
            </a:r>
            <a:r>
              <a:rPr lang="en-US" sz="2400" spc="30">
                <a:solidFill>
                  <a:schemeClr val="tx1">
                    <a:lumMod val="65000"/>
                    <a:lumOff val="35000"/>
                  </a:schemeClr>
                </a:solidFill>
              </a:rPr>
              <a:t>during </a:t>
            </a:r>
            <a:r>
              <a:rPr lang="en-US" sz="24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400" spc="50">
                <a:solidFill>
                  <a:schemeClr val="tx1">
                    <a:lumMod val="65000"/>
                    <a:lumOff val="35000"/>
                  </a:schemeClr>
                </a:solidFill>
              </a:rPr>
              <a:t>flight </a:t>
            </a:r>
            <a:r>
              <a:rPr lang="en-US" sz="24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envelope, </a:t>
            </a: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they </a:t>
            </a:r>
            <a:r>
              <a:rPr lang="en-US" sz="24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are </a:t>
            </a:r>
            <a:r>
              <a:rPr lang="en-US" sz="24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also  </a:t>
            </a:r>
            <a:r>
              <a:rPr lang="en-US" sz="24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used </a:t>
            </a:r>
            <a:r>
              <a:rPr lang="en-US" sz="24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in </a:t>
            </a:r>
            <a:r>
              <a:rPr lang="en-US" sz="24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aerospace</a:t>
            </a:r>
            <a:r>
              <a:rPr lang="en-US" sz="24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engines.</a:t>
            </a:r>
            <a:endParaRPr lang="en-US" sz="2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object 3"/>
          <p:cNvSpPr/>
          <p:nvPr/>
        </p:nvSpPr>
        <p:spPr>
          <a:xfrm>
            <a:off x="93583" y="1462004"/>
            <a:ext cx="3485896" cy="23628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663555" y="460705"/>
            <a:ext cx="217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US"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260" y="1683144"/>
            <a:ext cx="2774922" cy="3491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b="1"/>
              <a:t>Construction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1606" y="1683143"/>
            <a:ext cx="6627377" cy="3491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marL="355600" marR="5080" indent="-182880">
              <a:lnSpc>
                <a:spcPct val="90000"/>
              </a:lnSpc>
              <a:spcBef>
                <a:spcPts val="100"/>
              </a:spcBef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1700" spc="235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  <a:r>
              <a:rPr lang="en-US" sz="32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Axial </a:t>
            </a:r>
            <a:r>
              <a:rPr lang="en-US" sz="3200" spc="35">
                <a:solidFill>
                  <a:schemeClr val="tx1">
                    <a:lumMod val="65000"/>
                    <a:lumOff val="35000"/>
                  </a:schemeClr>
                </a:solidFill>
              </a:rPr>
              <a:t>flow </a:t>
            </a:r>
            <a:r>
              <a:rPr lang="en-US" sz="32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compressor </a:t>
            </a:r>
            <a:r>
              <a:rPr lang="en-US" sz="32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consists </a:t>
            </a:r>
            <a:r>
              <a:rPr lang="en-US" sz="32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of </a:t>
            </a:r>
            <a:r>
              <a:rPr lang="en-US" sz="32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casing </a:t>
            </a:r>
            <a:r>
              <a:rPr lang="en-US" sz="3200" spc="50">
                <a:solidFill>
                  <a:schemeClr val="tx1">
                    <a:lumMod val="65000"/>
                    <a:lumOff val="35000"/>
                  </a:schemeClr>
                </a:solidFill>
              </a:rPr>
              <a:t>fitted </a:t>
            </a:r>
            <a:r>
              <a:rPr lang="en-US" sz="3200" spc="35">
                <a:solidFill>
                  <a:schemeClr val="tx1">
                    <a:lumMod val="65000"/>
                    <a:lumOff val="35000"/>
                  </a:schemeClr>
                </a:solidFill>
              </a:rPr>
              <a:t>with </a:t>
            </a:r>
            <a:r>
              <a:rPr lang="en-US" sz="3200" spc="-50">
                <a:solidFill>
                  <a:schemeClr val="tx1">
                    <a:lumMod val="65000"/>
                    <a:lumOff val="35000"/>
                  </a:schemeClr>
                </a:solidFill>
              </a:rPr>
              <a:t>several </a:t>
            </a:r>
            <a:r>
              <a:rPr lang="en-US" sz="32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rows </a:t>
            </a:r>
            <a:r>
              <a:rPr lang="en-US" sz="32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of </a:t>
            </a:r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</a:rPr>
              <a:t>fixed </a:t>
            </a:r>
            <a:r>
              <a:rPr lang="en-US" sz="32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blades </a:t>
            </a:r>
            <a:r>
              <a:rPr lang="en-US" sz="3200" spc="235">
                <a:solidFill>
                  <a:schemeClr val="tx1">
                    <a:lumMod val="65000"/>
                    <a:lumOff val="35000"/>
                  </a:schemeClr>
                </a:solidFill>
              </a:rPr>
              <a:t>&amp; </a:t>
            </a:r>
            <a:r>
              <a:rPr lang="en-US" sz="3200" spc="-50">
                <a:solidFill>
                  <a:schemeClr val="tx1">
                    <a:lumMod val="65000"/>
                    <a:lumOff val="35000"/>
                  </a:schemeClr>
                </a:solidFill>
              </a:rPr>
              <a:t>several </a:t>
            </a:r>
            <a:r>
              <a:rPr lang="en-US" sz="32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rows </a:t>
            </a:r>
            <a:r>
              <a:rPr lang="en-US" sz="32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of </a:t>
            </a:r>
            <a:r>
              <a:rPr lang="en-US" sz="32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moving  </a:t>
            </a:r>
            <a:r>
              <a:rPr lang="en-US" sz="32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blades </a:t>
            </a:r>
            <a:r>
              <a:rPr lang="en-US" sz="32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which </a:t>
            </a:r>
            <a:r>
              <a:rPr lang="en-US" sz="32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are </a:t>
            </a:r>
            <a:r>
              <a:rPr lang="en-US" sz="32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attached </a:t>
            </a:r>
            <a:r>
              <a:rPr lang="en-US" sz="3200" spc="35">
                <a:solidFill>
                  <a:schemeClr val="tx1">
                    <a:lumMod val="65000"/>
                    <a:lumOff val="35000"/>
                  </a:schemeClr>
                </a:solidFill>
              </a:rPr>
              <a:t>on </a:t>
            </a:r>
            <a:r>
              <a:rPr lang="en-US" sz="3200" spc="50">
                <a:solidFill>
                  <a:schemeClr val="tx1">
                    <a:lumMod val="65000"/>
                    <a:lumOff val="35000"/>
                  </a:schemeClr>
                </a:solidFill>
              </a:rPr>
              <a:t>rotor </a:t>
            </a:r>
            <a:r>
              <a:rPr lang="en-US" sz="3200" spc="-125">
                <a:solidFill>
                  <a:schemeClr val="tx1">
                    <a:lumMod val="65000"/>
                    <a:lumOff val="35000"/>
                  </a:schemeClr>
                </a:solidFill>
              </a:rPr>
              <a:t>as </a:t>
            </a:r>
            <a:r>
              <a:rPr lang="en-US" sz="32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shown </a:t>
            </a:r>
            <a:r>
              <a:rPr lang="en-US" sz="32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in </a:t>
            </a:r>
            <a:r>
              <a:rPr lang="en-US" sz="3200" spc="5">
                <a:solidFill>
                  <a:schemeClr val="tx1">
                    <a:lumMod val="65000"/>
                    <a:lumOff val="35000"/>
                  </a:schemeClr>
                </a:solidFill>
              </a:rPr>
              <a:t>fig. </a:t>
            </a:r>
            <a:r>
              <a:rPr lang="en-US" sz="3200" spc="-7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32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fixed </a:t>
            </a:r>
            <a:r>
              <a:rPr lang="en-US" sz="32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blades </a:t>
            </a:r>
            <a:r>
              <a:rPr lang="en-US" sz="32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are </a:t>
            </a:r>
            <a:r>
              <a:rPr lang="en-US" sz="32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placed </a:t>
            </a:r>
            <a:r>
              <a:rPr lang="en-US" sz="3200" spc="35">
                <a:solidFill>
                  <a:schemeClr val="tx1">
                    <a:lumMod val="65000"/>
                    <a:lumOff val="35000"/>
                  </a:schemeClr>
                </a:solidFill>
              </a:rPr>
              <a:t>on </a:t>
            </a:r>
            <a:r>
              <a:rPr lang="en-US" sz="32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alternative </a:t>
            </a:r>
            <a:r>
              <a:rPr lang="en-US" sz="32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rows. </a:t>
            </a:r>
            <a:r>
              <a:rPr lang="en-US" sz="3200" spc="-75">
                <a:solidFill>
                  <a:schemeClr val="tx1">
                    <a:lumMod val="65000"/>
                    <a:lumOff val="35000"/>
                  </a:schemeClr>
                </a:solidFill>
              </a:rPr>
              <a:t>The  </a:t>
            </a:r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</a:rPr>
              <a:t>fixed </a:t>
            </a:r>
            <a:r>
              <a:rPr lang="en-US" sz="32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blades </a:t>
            </a:r>
            <a:r>
              <a:rPr lang="en-US" sz="3200" spc="235">
                <a:solidFill>
                  <a:schemeClr val="tx1">
                    <a:lumMod val="65000"/>
                    <a:lumOff val="35000"/>
                  </a:schemeClr>
                </a:solidFill>
              </a:rPr>
              <a:t>&amp; </a:t>
            </a:r>
            <a:r>
              <a:rPr lang="en-US" sz="32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moving </a:t>
            </a:r>
            <a:r>
              <a:rPr lang="en-US" sz="32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blades </a:t>
            </a:r>
            <a:r>
              <a:rPr lang="en-US" sz="32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are </a:t>
            </a:r>
            <a:r>
              <a:rPr lang="en-US" sz="3200" spc="-114">
                <a:solidFill>
                  <a:schemeClr val="tx1">
                    <a:lumMod val="65000"/>
                    <a:lumOff val="35000"/>
                  </a:schemeClr>
                </a:solidFill>
              </a:rPr>
              <a:t>as </a:t>
            </a:r>
            <a:r>
              <a:rPr lang="en-US" sz="32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possible </a:t>
            </a:r>
            <a:r>
              <a:rPr lang="en-US" sz="3200" spc="45">
                <a:solidFill>
                  <a:schemeClr val="tx1">
                    <a:lumMod val="65000"/>
                    <a:lumOff val="35000"/>
                  </a:schemeClr>
                </a:solidFill>
              </a:rPr>
              <a:t>for </a:t>
            </a:r>
            <a:r>
              <a:rPr lang="en-US" sz="32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efficient</a:t>
            </a:r>
            <a:r>
              <a:rPr lang="en-US" sz="3200" spc="-18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3200" spc="5">
                <a:solidFill>
                  <a:schemeClr val="tx1">
                    <a:lumMod val="65000"/>
                    <a:lumOff val="35000"/>
                  </a:schemeClr>
                </a:solidFill>
              </a:rPr>
              <a:t>flow.</a:t>
            </a:r>
            <a:endParaRPr lang="en-US" sz="32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55600" marR="6350" indent="-182880">
              <a:lnSpc>
                <a:spcPct val="90000"/>
              </a:lnSpc>
              <a:spcBef>
                <a:spcPts val="1010"/>
              </a:spcBef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3200" spc="-7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32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one </a:t>
            </a:r>
            <a:r>
              <a:rPr lang="en-US" sz="32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set </a:t>
            </a:r>
            <a:r>
              <a:rPr lang="en-US" sz="32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of </a:t>
            </a:r>
            <a:r>
              <a:rPr lang="en-US" sz="3200" spc="50">
                <a:solidFill>
                  <a:schemeClr val="tx1">
                    <a:lumMod val="65000"/>
                    <a:lumOff val="35000"/>
                  </a:schemeClr>
                </a:solidFill>
              </a:rPr>
              <a:t>rotor </a:t>
            </a:r>
            <a:r>
              <a:rPr lang="en-US" sz="32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blades </a:t>
            </a:r>
            <a:r>
              <a:rPr lang="en-US" sz="3200" spc="235">
                <a:solidFill>
                  <a:schemeClr val="tx1">
                    <a:lumMod val="65000"/>
                    <a:lumOff val="35000"/>
                  </a:schemeClr>
                </a:solidFill>
              </a:rPr>
              <a:t>&amp; </a:t>
            </a:r>
            <a:r>
              <a:rPr lang="en-US" sz="32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one </a:t>
            </a:r>
            <a:r>
              <a:rPr lang="en-US" sz="32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set </a:t>
            </a:r>
            <a:r>
              <a:rPr lang="en-US" sz="32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of </a:t>
            </a:r>
            <a:r>
              <a:rPr lang="en-US" sz="32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stator </a:t>
            </a:r>
            <a:r>
              <a:rPr lang="en-US" sz="32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blades </a:t>
            </a:r>
            <a:r>
              <a:rPr lang="en-US" sz="32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called </a:t>
            </a:r>
            <a:r>
              <a:rPr lang="en-US" sz="32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stage. </a:t>
            </a:r>
            <a:r>
              <a:rPr lang="en-US" sz="3200" spc="-7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32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number </a:t>
            </a:r>
            <a:r>
              <a:rPr lang="en-US" sz="32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of </a:t>
            </a:r>
            <a:r>
              <a:rPr lang="en-US" sz="3200" spc="-50">
                <a:solidFill>
                  <a:schemeClr val="tx1">
                    <a:lumMod val="65000"/>
                    <a:lumOff val="35000"/>
                  </a:schemeClr>
                </a:solidFill>
              </a:rPr>
              <a:t>stages </a:t>
            </a:r>
            <a:r>
              <a:rPr lang="en-US" sz="32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in </a:t>
            </a:r>
            <a:r>
              <a:rPr lang="en-US" sz="32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axial </a:t>
            </a:r>
            <a:r>
              <a:rPr lang="en-US" sz="32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flow  </a:t>
            </a:r>
            <a:r>
              <a:rPr lang="en-US" sz="32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compressor </a:t>
            </a:r>
            <a:r>
              <a:rPr lang="en-US" sz="32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depends </a:t>
            </a:r>
            <a:r>
              <a:rPr lang="en-US" sz="3200" spc="35">
                <a:solidFill>
                  <a:schemeClr val="tx1">
                    <a:lumMod val="65000"/>
                    <a:lumOff val="35000"/>
                  </a:schemeClr>
                </a:solidFill>
              </a:rPr>
              <a:t>upon </a:t>
            </a:r>
            <a:r>
              <a:rPr lang="en-US" sz="32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pressure </a:t>
            </a:r>
            <a:r>
              <a:rPr lang="en-US" sz="32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ratio </a:t>
            </a:r>
            <a:r>
              <a:rPr lang="en-US" sz="32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required. </a:t>
            </a:r>
            <a:r>
              <a:rPr lang="en-US" sz="32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Usually 5 </a:t>
            </a:r>
            <a:r>
              <a:rPr lang="en-US" sz="3200" spc="80">
                <a:solidFill>
                  <a:schemeClr val="tx1">
                    <a:lumMod val="65000"/>
                    <a:lumOff val="35000"/>
                  </a:schemeClr>
                </a:solidFill>
              </a:rPr>
              <a:t>to </a:t>
            </a:r>
            <a:r>
              <a:rPr lang="en-US" sz="32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14 </a:t>
            </a:r>
            <a:r>
              <a:rPr lang="en-US" sz="3200" spc="-50">
                <a:solidFill>
                  <a:schemeClr val="tx1">
                    <a:lumMod val="65000"/>
                    <a:lumOff val="35000"/>
                  </a:schemeClr>
                </a:solidFill>
              </a:rPr>
              <a:t>stages </a:t>
            </a:r>
            <a:r>
              <a:rPr lang="en-US" sz="32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are</a:t>
            </a:r>
            <a:r>
              <a:rPr lang="en-US" sz="3200" spc="-8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32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used</a:t>
            </a:r>
            <a:endParaRPr lang="en-US" sz="32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55600" marR="5080" indent="-182880">
              <a:lnSpc>
                <a:spcPct val="90000"/>
              </a:lnSpc>
              <a:spcBef>
                <a:spcPts val="995"/>
              </a:spcBef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3200" spc="235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  <a:r>
              <a:rPr lang="en-US" sz="3200" spc="-7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32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length </a:t>
            </a:r>
            <a:r>
              <a:rPr lang="en-US" sz="32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of </a:t>
            </a:r>
            <a:r>
              <a:rPr lang="en-US" sz="32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blades </a:t>
            </a:r>
            <a:r>
              <a:rPr lang="en-US" sz="3200" spc="-55">
                <a:solidFill>
                  <a:schemeClr val="tx1">
                    <a:lumMod val="65000"/>
                    <a:lumOff val="35000"/>
                  </a:schemeClr>
                </a:solidFill>
              </a:rPr>
              <a:t>is </a:t>
            </a:r>
            <a:r>
              <a:rPr lang="en-US" sz="32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reduced </a:t>
            </a:r>
            <a:r>
              <a:rPr lang="en-US" sz="32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in direction </a:t>
            </a:r>
            <a:r>
              <a:rPr lang="en-US" sz="32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of </a:t>
            </a:r>
            <a:r>
              <a:rPr lang="en-US" sz="3200" spc="35">
                <a:solidFill>
                  <a:schemeClr val="tx1">
                    <a:lumMod val="65000"/>
                    <a:lumOff val="35000"/>
                  </a:schemeClr>
                </a:solidFill>
              </a:rPr>
              <a:t>flow </a:t>
            </a:r>
            <a:r>
              <a:rPr lang="en-US" sz="3200" spc="75">
                <a:solidFill>
                  <a:schemeClr val="tx1">
                    <a:lumMod val="65000"/>
                    <a:lumOff val="35000"/>
                  </a:schemeClr>
                </a:solidFill>
              </a:rPr>
              <a:t>to </a:t>
            </a:r>
            <a:r>
              <a:rPr lang="en-US" sz="32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compensate </a:t>
            </a:r>
            <a:r>
              <a:rPr lang="en-US" sz="3200" spc="45">
                <a:solidFill>
                  <a:schemeClr val="tx1">
                    <a:lumMod val="65000"/>
                    <a:lumOff val="35000"/>
                  </a:schemeClr>
                </a:solidFill>
              </a:rPr>
              <a:t>for </a:t>
            </a:r>
            <a:r>
              <a:rPr lang="en-US" sz="32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32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reduction </a:t>
            </a:r>
            <a:r>
              <a:rPr lang="en-US" sz="32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in </a:t>
            </a:r>
            <a:r>
              <a:rPr lang="en-US" sz="3200" spc="5">
                <a:solidFill>
                  <a:schemeClr val="tx1">
                    <a:lumMod val="65000"/>
                    <a:lumOff val="35000"/>
                  </a:schemeClr>
                </a:solidFill>
              </a:rPr>
              <a:t>volume </a:t>
            </a:r>
            <a:r>
              <a:rPr lang="en-US" sz="32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resulting  </a:t>
            </a:r>
            <a:r>
              <a:rPr lang="en-US" sz="3200" spc="45">
                <a:solidFill>
                  <a:schemeClr val="tx1">
                    <a:lumMod val="65000"/>
                    <a:lumOff val="35000"/>
                  </a:schemeClr>
                </a:solidFill>
              </a:rPr>
              <a:t>from </a:t>
            </a:r>
            <a:r>
              <a:rPr lang="en-US" sz="32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32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increased</a:t>
            </a:r>
            <a:r>
              <a:rPr lang="en-US" sz="3200" spc="-13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32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pressure.</a:t>
            </a:r>
            <a:endParaRPr lang="en-US" sz="32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55600" marR="6350" indent="-182880">
              <a:lnSpc>
                <a:spcPct val="90000"/>
              </a:lnSpc>
              <a:spcBef>
                <a:spcPts val="994"/>
              </a:spcBef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3200" spc="235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  <a:r>
              <a:rPr lang="en-US" sz="3200" spc="-7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32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blades </a:t>
            </a:r>
            <a:r>
              <a:rPr lang="en-US" sz="32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are so </a:t>
            </a:r>
            <a:r>
              <a:rPr lang="en-US" sz="32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arranged </a:t>
            </a:r>
            <a:r>
              <a:rPr lang="en-US" sz="3200" spc="35">
                <a:solidFill>
                  <a:schemeClr val="tx1">
                    <a:lumMod val="65000"/>
                    <a:lumOff val="35000"/>
                  </a:schemeClr>
                </a:solidFill>
              </a:rPr>
              <a:t>that </a:t>
            </a:r>
            <a:r>
              <a:rPr lang="en-US" sz="32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3200" spc="-80">
                <a:solidFill>
                  <a:schemeClr val="tx1">
                    <a:lumMod val="65000"/>
                    <a:lumOff val="35000"/>
                  </a:schemeClr>
                </a:solidFill>
              </a:rPr>
              <a:t>spaces </a:t>
            </a:r>
            <a:r>
              <a:rPr lang="en-US" sz="32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between </a:t>
            </a:r>
            <a:r>
              <a:rPr lang="en-US" sz="32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blades </a:t>
            </a:r>
            <a:r>
              <a:rPr lang="en-US" sz="3200" spc="45">
                <a:solidFill>
                  <a:schemeClr val="tx1">
                    <a:lumMod val="65000"/>
                    <a:lumOff val="35000"/>
                  </a:schemeClr>
                </a:solidFill>
              </a:rPr>
              <a:t>form </a:t>
            </a:r>
            <a:r>
              <a:rPr lang="en-US" sz="3200" spc="5">
                <a:solidFill>
                  <a:schemeClr val="tx1">
                    <a:lumMod val="65000"/>
                    <a:lumOff val="35000"/>
                  </a:schemeClr>
                </a:solidFill>
              </a:rPr>
              <a:t>diffuser </a:t>
            </a:r>
            <a:r>
              <a:rPr lang="en-US" sz="32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passage&amp; </a:t>
            </a:r>
            <a:r>
              <a:rPr lang="en-US" sz="32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hence </a:t>
            </a:r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</a:rPr>
              <a:t>velocity </a:t>
            </a:r>
            <a:r>
              <a:rPr lang="en-US" sz="32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of </a:t>
            </a:r>
            <a:r>
              <a:rPr lang="en-US" sz="32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air </a:t>
            </a:r>
            <a:r>
              <a:rPr lang="en-US" sz="3200" spc="-225">
                <a:solidFill>
                  <a:schemeClr val="tx1">
                    <a:lumMod val="65000"/>
                    <a:lumOff val="35000"/>
                  </a:schemeClr>
                </a:solidFill>
              </a:rPr>
              <a:t>is  </a:t>
            </a:r>
            <a:r>
              <a:rPr lang="en-US" sz="32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reduced </a:t>
            </a:r>
            <a:r>
              <a:rPr lang="en-US" sz="3200" spc="-114">
                <a:solidFill>
                  <a:schemeClr val="tx1">
                    <a:lumMod val="65000"/>
                    <a:lumOff val="35000"/>
                  </a:schemeClr>
                </a:solidFill>
              </a:rPr>
              <a:t>as </a:t>
            </a:r>
            <a:r>
              <a:rPr lang="en-US" sz="3200" spc="70">
                <a:solidFill>
                  <a:schemeClr val="tx1">
                    <a:lumMod val="65000"/>
                    <a:lumOff val="35000"/>
                  </a:schemeClr>
                </a:solidFill>
              </a:rPr>
              <a:t>it </a:t>
            </a:r>
            <a:r>
              <a:rPr lang="en-US" sz="3200" spc="-90">
                <a:solidFill>
                  <a:schemeClr val="tx1">
                    <a:lumMod val="65000"/>
                    <a:lumOff val="35000"/>
                  </a:schemeClr>
                </a:solidFill>
              </a:rPr>
              <a:t>passes </a:t>
            </a:r>
            <a:r>
              <a:rPr lang="en-US" sz="3200" spc="40">
                <a:solidFill>
                  <a:schemeClr val="tx1">
                    <a:lumMod val="65000"/>
                    <a:lumOff val="35000"/>
                  </a:schemeClr>
                </a:solidFill>
              </a:rPr>
              <a:t>through </a:t>
            </a:r>
            <a:r>
              <a:rPr lang="en-US" sz="32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them </a:t>
            </a:r>
            <a:r>
              <a:rPr lang="en-US" sz="3200" spc="235">
                <a:solidFill>
                  <a:schemeClr val="tx1">
                    <a:lumMod val="65000"/>
                    <a:lumOff val="35000"/>
                  </a:schemeClr>
                </a:solidFill>
              </a:rPr>
              <a:t>&amp; </a:t>
            </a:r>
            <a:r>
              <a:rPr lang="en-US" sz="32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pressure</a:t>
            </a:r>
            <a:r>
              <a:rPr lang="en-US" sz="3200" spc="-29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3200" spc="-60">
                <a:solidFill>
                  <a:schemeClr val="tx1">
                    <a:lumMod val="65000"/>
                    <a:lumOff val="35000"/>
                  </a:schemeClr>
                </a:solidFill>
              </a:rPr>
              <a:t>increases</a:t>
            </a:r>
            <a:endParaRPr lang="en-US" sz="3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object 4"/>
          <p:cNvSpPr txBox="1"/>
          <p:nvPr/>
        </p:nvSpPr>
        <p:spPr>
          <a:xfrm>
            <a:off x="10663555" y="460705"/>
            <a:ext cx="217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en-US"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object 3"/>
          <p:cNvSpPr txBox="1"/>
          <p:nvPr/>
        </p:nvSpPr>
        <p:spPr>
          <a:xfrm>
            <a:off x="4066638" y="462304"/>
            <a:ext cx="6627377" cy="3491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5600" marR="5080" indent="-182880">
              <a:lnSpc>
                <a:spcPct val="90000"/>
              </a:lnSpc>
              <a:spcBef>
                <a:spcPts val="100"/>
              </a:spcBef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400" spc="235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  <a:r>
              <a:rPr lang="en-US" sz="24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Axial </a:t>
            </a:r>
            <a:r>
              <a:rPr lang="en-US" sz="2400" spc="35">
                <a:solidFill>
                  <a:schemeClr val="tx1">
                    <a:lumMod val="65000"/>
                    <a:lumOff val="35000"/>
                  </a:schemeClr>
                </a:solidFill>
              </a:rPr>
              <a:t>flow </a:t>
            </a:r>
            <a:r>
              <a:rPr lang="en-US" sz="24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compressor </a:t>
            </a:r>
            <a:r>
              <a:rPr lang="en-US" sz="2400" spc="-55">
                <a:solidFill>
                  <a:schemeClr val="tx1">
                    <a:lumMod val="65000"/>
                    <a:lumOff val="35000"/>
                  </a:schemeClr>
                </a:solidFill>
              </a:rPr>
              <a:t>is </a:t>
            </a:r>
            <a:r>
              <a:rPr lang="en-US" sz="24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also </a:t>
            </a:r>
            <a:r>
              <a:rPr lang="en-US" sz="2400" spc="30">
                <a:solidFill>
                  <a:schemeClr val="tx1">
                    <a:lumMod val="65000"/>
                    <a:lumOff val="35000"/>
                  </a:schemeClr>
                </a:solidFill>
              </a:rPr>
              <a:t>high </a:t>
            </a:r>
            <a:r>
              <a:rPr lang="en-US" sz="2400" spc="-114">
                <a:solidFill>
                  <a:schemeClr val="tx1">
                    <a:lumMod val="65000"/>
                    <a:lumOff val="35000"/>
                  </a:schemeClr>
                </a:solidFill>
              </a:rPr>
              <a:t>speed  </a:t>
            </a:r>
            <a:r>
              <a:rPr lang="en-US" sz="24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machine </a:t>
            </a:r>
            <a:r>
              <a:rPr lang="en-US" sz="2400" spc="235">
                <a:solidFill>
                  <a:schemeClr val="tx1">
                    <a:lumMod val="65000"/>
                    <a:lumOff val="35000"/>
                  </a:schemeClr>
                </a:solidFill>
              </a:rPr>
              <a:t>&amp; </a:t>
            </a:r>
            <a:r>
              <a:rPr lang="en-US" sz="24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speed </a:t>
            </a:r>
            <a:r>
              <a:rPr lang="en-US" sz="24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may </a:t>
            </a:r>
            <a:r>
              <a:rPr lang="en-US" sz="24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even vary </a:t>
            </a:r>
            <a:r>
              <a:rPr lang="en-US" sz="2400" spc="45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  <a:r>
              <a:rPr lang="en-US" sz="2400" spc="-9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10000  </a:t>
            </a:r>
            <a:r>
              <a:rPr lang="en-US" sz="2400" spc="80">
                <a:solidFill>
                  <a:schemeClr val="tx1">
                    <a:lumMod val="65000"/>
                    <a:lumOff val="35000"/>
                  </a:schemeClr>
                </a:solidFill>
              </a:rPr>
              <a:t>to </a:t>
            </a:r>
            <a:r>
              <a:rPr lang="en-US" sz="24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30000 </a:t>
            </a:r>
            <a:r>
              <a:rPr lang="en-US" sz="2400" spc="-110">
                <a:solidFill>
                  <a:schemeClr val="tx1">
                    <a:lumMod val="65000"/>
                    <a:lumOff val="35000"/>
                  </a:schemeClr>
                </a:solidFill>
              </a:rPr>
              <a:t>RPM. </a:t>
            </a:r>
            <a:endParaRPr lang="en-US" sz="2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55600" marR="5080" indent="-182880">
              <a:lnSpc>
                <a:spcPct val="90000"/>
              </a:lnSpc>
              <a:spcBef>
                <a:spcPts val="100"/>
              </a:spcBef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4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Generally, </a:t>
            </a: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maximum  </a:t>
            </a:r>
            <a:r>
              <a:rPr lang="en-US" sz="24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pressure </a:t>
            </a:r>
            <a:r>
              <a:rPr lang="en-US" sz="24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ratio </a:t>
            </a:r>
            <a:r>
              <a:rPr lang="en-US" sz="24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achieved </a:t>
            </a:r>
            <a:r>
              <a:rPr lang="en-US" sz="24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in </a:t>
            </a:r>
            <a:r>
              <a:rPr lang="en-US" sz="2400" spc="-85">
                <a:solidFill>
                  <a:schemeClr val="tx1">
                    <a:lumMod val="65000"/>
                    <a:lumOff val="35000"/>
                  </a:schemeClr>
                </a:solidFill>
              </a:rPr>
              <a:t>a </a:t>
            </a:r>
            <a:r>
              <a:rPr lang="en-US" sz="24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stage </a:t>
            </a:r>
            <a:r>
              <a:rPr lang="en-US" sz="24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of </a:t>
            </a:r>
            <a:r>
              <a:rPr lang="en-US" sz="24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axial  </a:t>
            </a:r>
            <a:r>
              <a:rPr lang="en-US" sz="24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compressor </a:t>
            </a:r>
            <a:r>
              <a:rPr lang="en-US" sz="2400" spc="-55">
                <a:solidFill>
                  <a:schemeClr val="tx1">
                    <a:lumMod val="65000"/>
                    <a:lumOff val="35000"/>
                  </a:schemeClr>
                </a:solidFill>
              </a:rPr>
              <a:t>is </a:t>
            </a:r>
            <a:r>
              <a:rPr lang="en-US" sz="24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about </a:t>
            </a:r>
            <a:r>
              <a:rPr lang="en-US" sz="2400" spc="-50">
                <a:solidFill>
                  <a:schemeClr val="tx1">
                    <a:lumMod val="65000"/>
                    <a:lumOff val="35000"/>
                  </a:schemeClr>
                </a:solidFill>
              </a:rPr>
              <a:t>1.12 </a:t>
            </a:r>
            <a:r>
              <a:rPr lang="en-US" sz="2400" spc="75">
                <a:solidFill>
                  <a:schemeClr val="tx1">
                    <a:lumMod val="65000"/>
                    <a:lumOff val="35000"/>
                  </a:schemeClr>
                </a:solidFill>
              </a:rPr>
              <a:t>to </a:t>
            </a:r>
            <a:r>
              <a:rPr lang="en-US" sz="2400" spc="-70">
                <a:solidFill>
                  <a:schemeClr val="tx1">
                    <a:lumMod val="65000"/>
                    <a:lumOff val="35000"/>
                  </a:schemeClr>
                </a:solidFill>
              </a:rPr>
              <a:t>1.2, </a:t>
            </a:r>
            <a:r>
              <a:rPr lang="en-US" sz="24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hence </a:t>
            </a:r>
            <a:r>
              <a:rPr lang="en-US" sz="2400" spc="80">
                <a:solidFill>
                  <a:schemeClr val="tx1">
                    <a:lumMod val="65000"/>
                    <a:lumOff val="35000"/>
                  </a:schemeClr>
                </a:solidFill>
              </a:rPr>
              <a:t>to  </a:t>
            </a:r>
            <a:r>
              <a:rPr lang="en-US" sz="24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obtain </a:t>
            </a:r>
            <a:r>
              <a:rPr lang="en-US" sz="24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pressure </a:t>
            </a:r>
            <a:r>
              <a:rPr lang="en-US" sz="24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ratio </a:t>
            </a:r>
            <a:r>
              <a:rPr lang="en-US" sz="24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of </a:t>
            </a:r>
            <a:r>
              <a:rPr lang="en-US" sz="2400" spc="-60">
                <a:solidFill>
                  <a:schemeClr val="tx1">
                    <a:lumMod val="65000"/>
                    <a:lumOff val="35000"/>
                  </a:schemeClr>
                </a:solidFill>
              </a:rPr>
              <a:t>12, </a:t>
            </a: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attainable </a:t>
            </a:r>
            <a:r>
              <a:rPr lang="en-US" sz="2400" spc="5">
                <a:solidFill>
                  <a:schemeClr val="tx1">
                    <a:lumMod val="65000"/>
                    <a:lumOff val="35000"/>
                  </a:schemeClr>
                </a:solidFill>
              </a:rPr>
              <a:t>by  </a:t>
            </a:r>
            <a:r>
              <a:rPr lang="en-US" sz="24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axial </a:t>
            </a:r>
            <a:r>
              <a:rPr lang="en-US" sz="2400" spc="35">
                <a:solidFill>
                  <a:schemeClr val="tx1">
                    <a:lumMod val="65000"/>
                    <a:lumOff val="35000"/>
                  </a:schemeClr>
                </a:solidFill>
              </a:rPr>
              <a:t>flow </a:t>
            </a:r>
            <a:r>
              <a:rPr lang="en-US" sz="24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compressor </a:t>
            </a:r>
            <a:r>
              <a:rPr lang="en-US" sz="24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15 </a:t>
            </a:r>
            <a:r>
              <a:rPr lang="en-US" sz="2400" spc="75">
                <a:solidFill>
                  <a:schemeClr val="tx1">
                    <a:lumMod val="65000"/>
                    <a:lumOff val="35000"/>
                  </a:schemeClr>
                </a:solidFill>
              </a:rPr>
              <a:t>to </a:t>
            </a:r>
            <a:r>
              <a:rPr lang="en-US" sz="24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20 </a:t>
            </a:r>
            <a:r>
              <a:rPr lang="en-US" sz="2400" spc="-50">
                <a:solidFill>
                  <a:schemeClr val="tx1">
                    <a:lumMod val="65000"/>
                    <a:lumOff val="35000"/>
                  </a:schemeClr>
                </a:solidFill>
              </a:rPr>
              <a:t>stages </a:t>
            </a:r>
            <a:r>
              <a:rPr lang="en-US" sz="24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are  </a:t>
            </a:r>
            <a:r>
              <a:rPr lang="en-US" sz="24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required.</a:t>
            </a:r>
            <a:endParaRPr lang="en-US" sz="2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object 4"/>
          <p:cNvSpPr/>
          <p:nvPr/>
        </p:nvSpPr>
        <p:spPr>
          <a:xfrm>
            <a:off x="205729" y="1053925"/>
            <a:ext cx="3373290" cy="25950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663555" y="460705"/>
            <a:ext cx="217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lang="en-US"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260" y="1683144"/>
            <a:ext cx="2774922" cy="3491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b="1"/>
              <a:t>Working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1606" y="640996"/>
            <a:ext cx="6627377" cy="5710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5600" marR="5080" indent="-182880" algn="just">
              <a:lnSpc>
                <a:spcPct val="90000"/>
              </a:lnSpc>
              <a:spcBef>
                <a:spcPts val="95"/>
              </a:spcBef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000" spc="250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  <a:r>
              <a:rPr lang="en-US" sz="2000" spc="-80">
                <a:solidFill>
                  <a:schemeClr val="tx1">
                    <a:lumMod val="65000"/>
                    <a:lumOff val="35000"/>
                  </a:schemeClr>
                </a:solidFill>
              </a:rPr>
              <a:t>As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40">
                <a:solidFill>
                  <a:schemeClr val="tx1">
                    <a:lumMod val="65000"/>
                    <a:lumOff val="35000"/>
                  </a:schemeClr>
                </a:solidFill>
              </a:rPr>
              <a:t>fluid </a:t>
            </a:r>
            <a:r>
              <a:rPr lang="en-US" sz="20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enters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and </a:t>
            </a:r>
            <a:r>
              <a:rPr lang="en-US" sz="2000" spc="-50">
                <a:solidFill>
                  <a:schemeClr val="tx1">
                    <a:lumMod val="65000"/>
                    <a:lumOff val="35000"/>
                  </a:schemeClr>
                </a:solidFill>
              </a:rPr>
              <a:t>leaves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in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axial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direction,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centrifugal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component in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energy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equation </a:t>
            </a:r>
            <a:r>
              <a:rPr lang="en-US" sz="20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does </a:t>
            </a:r>
            <a:r>
              <a:rPr lang="en-US" sz="20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not 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come</a:t>
            </a:r>
            <a:r>
              <a:rPr lang="en-US" sz="20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into</a:t>
            </a:r>
            <a:r>
              <a:rPr lang="en-US" sz="20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play.</a:t>
            </a:r>
            <a:r>
              <a:rPr lang="en-US" sz="20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Here</a:t>
            </a:r>
            <a:r>
              <a:rPr lang="en-US" sz="20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the</a:t>
            </a:r>
            <a:r>
              <a:rPr lang="en-US" sz="20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compression</a:t>
            </a:r>
            <a:r>
              <a:rPr lang="en-US" sz="2000" spc="-5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is</a:t>
            </a:r>
            <a:r>
              <a:rPr lang="en-US" sz="20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fully</a:t>
            </a:r>
            <a:r>
              <a:rPr lang="en-US" sz="20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based</a:t>
            </a:r>
            <a:r>
              <a:rPr lang="en-US" sz="20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40">
                <a:solidFill>
                  <a:schemeClr val="tx1">
                    <a:lumMod val="65000"/>
                    <a:lumOff val="35000"/>
                  </a:schemeClr>
                </a:solidFill>
              </a:rPr>
              <a:t>on</a:t>
            </a:r>
            <a:r>
              <a:rPr lang="en-US" sz="20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diffusing</a:t>
            </a:r>
            <a:r>
              <a:rPr lang="en-US" sz="20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action</a:t>
            </a:r>
            <a:r>
              <a:rPr lang="en-US" sz="20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60">
                <a:solidFill>
                  <a:schemeClr val="tx1">
                    <a:lumMod val="65000"/>
                    <a:lumOff val="35000"/>
                  </a:schemeClr>
                </a:solidFill>
              </a:rPr>
              <a:t>of</a:t>
            </a:r>
            <a:r>
              <a:rPr lang="en-US" sz="20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the</a:t>
            </a:r>
            <a:r>
              <a:rPr lang="en-US" sz="20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-60">
                <a:solidFill>
                  <a:schemeClr val="tx1">
                    <a:lumMod val="65000"/>
                    <a:lumOff val="35000"/>
                  </a:schemeClr>
                </a:solidFill>
              </a:rPr>
              <a:t>passages.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2700" indent="-182880" algn="just">
              <a:lnSpc>
                <a:spcPct val="90000"/>
              </a:lnSpc>
              <a:spcBef>
                <a:spcPts val="2039"/>
              </a:spcBef>
              <a:buClr>
                <a:schemeClr val="accent1"/>
              </a:buClr>
              <a:buFont typeface="Wingdings 2" pitchFamily="18" charset="2"/>
              <a:buChar char=""/>
              <a:tabLst>
                <a:tab pos="355600" algn="l"/>
              </a:tabLst>
            </a:pPr>
            <a:r>
              <a:rPr lang="en-US" sz="2000" spc="254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sz="2000" spc="-6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diffusing </a:t>
            </a:r>
            <a:r>
              <a:rPr lang="en-US" sz="2000" spc="5">
                <a:solidFill>
                  <a:schemeClr val="tx1">
                    <a:lumMod val="65000"/>
                    <a:lumOff val="35000"/>
                  </a:schemeClr>
                </a:solidFill>
              </a:rPr>
              <a:t>action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in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stator </a:t>
            </a:r>
            <a:r>
              <a:rPr lang="en-US" sz="20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converts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absolute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kinetic </a:t>
            </a:r>
            <a:r>
              <a:rPr lang="en-US" sz="20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head </a:t>
            </a:r>
            <a:r>
              <a:rPr lang="en-US" sz="2000" spc="60">
                <a:solidFill>
                  <a:schemeClr val="tx1">
                    <a:lumMod val="65000"/>
                    <a:lumOff val="35000"/>
                  </a:schemeClr>
                </a:solidFill>
              </a:rPr>
              <a:t>of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40">
                <a:solidFill>
                  <a:schemeClr val="tx1">
                    <a:lumMod val="65000"/>
                    <a:lumOff val="35000"/>
                  </a:schemeClr>
                </a:solidFill>
              </a:rPr>
              <a:t>fluid </a:t>
            </a:r>
            <a:r>
              <a:rPr lang="en-US" sz="20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into </a:t>
            </a:r>
            <a:r>
              <a:rPr lang="en-US" sz="20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rise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in </a:t>
            </a:r>
            <a:r>
              <a:rPr lang="en-US" sz="20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pressure. </a:t>
            </a:r>
            <a:r>
              <a:rPr lang="en-US" sz="2000" spc="-65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relative</a:t>
            </a:r>
            <a:r>
              <a:rPr lang="en-US" sz="2000" spc="3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kinetic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55600" indent="-182880" algn="just">
              <a:lnSpc>
                <a:spcPct val="90000"/>
              </a:lnSpc>
              <a:spcBef>
                <a:spcPts val="1045"/>
              </a:spcBef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0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head</a:t>
            </a:r>
            <a:r>
              <a:rPr lang="en-US" sz="20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30">
                <a:solidFill>
                  <a:schemeClr val="tx1">
                    <a:lumMod val="65000"/>
                    <a:lumOff val="35000"/>
                  </a:schemeClr>
                </a:solidFill>
              </a:rPr>
              <a:t>in</a:t>
            </a:r>
            <a:r>
              <a:rPr lang="en-US" sz="20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the</a:t>
            </a:r>
            <a:r>
              <a:rPr lang="en-US" sz="20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energy</a:t>
            </a:r>
            <a:r>
              <a:rPr lang="en-US" sz="20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equation</a:t>
            </a:r>
            <a:r>
              <a:rPr lang="en-US" sz="20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is</a:t>
            </a:r>
            <a:r>
              <a:rPr lang="en-US" sz="20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-75">
                <a:solidFill>
                  <a:schemeClr val="tx1">
                    <a:lumMod val="65000"/>
                    <a:lumOff val="35000"/>
                  </a:schemeClr>
                </a:solidFill>
              </a:rPr>
              <a:t>a</a:t>
            </a:r>
            <a:r>
              <a:rPr lang="en-US" sz="20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35">
                <a:solidFill>
                  <a:schemeClr val="tx1">
                    <a:lumMod val="65000"/>
                    <a:lumOff val="35000"/>
                  </a:schemeClr>
                </a:solidFill>
              </a:rPr>
              <a:t>term</a:t>
            </a:r>
            <a:r>
              <a:rPr lang="en-US" sz="20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40">
                <a:solidFill>
                  <a:schemeClr val="tx1">
                    <a:lumMod val="65000"/>
                    <a:lumOff val="35000"/>
                  </a:schemeClr>
                </a:solidFill>
              </a:rPr>
              <a:t>that</a:t>
            </a:r>
            <a:r>
              <a:rPr lang="en-US" sz="20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 exists</a:t>
            </a:r>
            <a:r>
              <a:rPr lang="en-US" sz="20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only</a:t>
            </a:r>
            <a:r>
              <a:rPr lang="en-US" sz="20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because </a:t>
            </a:r>
            <a:r>
              <a:rPr lang="en-US" sz="2000" spc="60">
                <a:solidFill>
                  <a:schemeClr val="tx1">
                    <a:lumMod val="65000"/>
                    <a:lumOff val="35000"/>
                  </a:schemeClr>
                </a:solidFill>
              </a:rPr>
              <a:t>of</a:t>
            </a:r>
            <a:r>
              <a:rPr lang="en-US" sz="20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the</a:t>
            </a:r>
            <a:r>
              <a:rPr lang="en-US" sz="20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40">
                <a:solidFill>
                  <a:schemeClr val="tx1">
                    <a:lumMod val="65000"/>
                    <a:lumOff val="35000"/>
                  </a:schemeClr>
                </a:solidFill>
              </a:rPr>
              <a:t>rotation</a:t>
            </a:r>
            <a:r>
              <a:rPr lang="en-US" sz="20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60">
                <a:solidFill>
                  <a:schemeClr val="tx1">
                    <a:lumMod val="65000"/>
                    <a:lumOff val="35000"/>
                  </a:schemeClr>
                </a:solidFill>
              </a:rPr>
              <a:t>of</a:t>
            </a:r>
            <a:r>
              <a:rPr lang="en-US" sz="20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the</a:t>
            </a:r>
            <a:r>
              <a:rPr lang="en-US" sz="20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30">
                <a:solidFill>
                  <a:schemeClr val="tx1">
                    <a:lumMod val="65000"/>
                    <a:lumOff val="35000"/>
                  </a:schemeClr>
                </a:solidFill>
              </a:rPr>
              <a:t>rotor.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55600" marR="5715" indent="-182880" algn="just">
              <a:lnSpc>
                <a:spcPct val="90000"/>
              </a:lnSpc>
              <a:spcBef>
                <a:spcPts val="990"/>
              </a:spcBef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000" spc="250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  <a:r>
              <a:rPr lang="en-US" sz="2000" spc="-55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rotor </a:t>
            </a:r>
            <a:r>
              <a:rPr lang="en-US" sz="20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reduces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relative </a:t>
            </a:r>
            <a:r>
              <a:rPr lang="en-US" sz="2000" spc="5">
                <a:solidFill>
                  <a:schemeClr val="tx1">
                    <a:lumMod val="65000"/>
                    <a:lumOff val="35000"/>
                  </a:schemeClr>
                </a:solidFill>
              </a:rPr>
              <a:t>kinetic </a:t>
            </a:r>
            <a:r>
              <a:rPr lang="en-US" sz="20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head </a:t>
            </a:r>
            <a:r>
              <a:rPr lang="en-US" sz="2000" spc="60">
                <a:solidFill>
                  <a:schemeClr val="tx1">
                    <a:lumMod val="65000"/>
                    <a:lumOff val="35000"/>
                  </a:schemeClr>
                </a:solidFill>
              </a:rPr>
              <a:t>of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40">
                <a:solidFill>
                  <a:schemeClr val="tx1">
                    <a:lumMod val="65000"/>
                    <a:lumOff val="35000"/>
                  </a:schemeClr>
                </a:solidFill>
              </a:rPr>
              <a:t>fluid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and </a:t>
            </a:r>
            <a:r>
              <a:rPr lang="en-US" sz="20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adds </a:t>
            </a:r>
            <a:r>
              <a:rPr lang="en-US" sz="2000" spc="70">
                <a:solidFill>
                  <a:schemeClr val="tx1">
                    <a:lumMod val="65000"/>
                    <a:lumOff val="35000"/>
                  </a:schemeClr>
                </a:solidFill>
              </a:rPr>
              <a:t>it to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absolute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kinetic </a:t>
            </a:r>
            <a:r>
              <a:rPr lang="en-US" sz="20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head </a:t>
            </a:r>
            <a:r>
              <a:rPr lang="en-US" sz="2000" spc="60">
                <a:solidFill>
                  <a:schemeClr val="tx1">
                    <a:lumMod val="65000"/>
                    <a:lumOff val="35000"/>
                  </a:schemeClr>
                </a:solidFill>
              </a:rPr>
              <a:t>of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40">
                <a:solidFill>
                  <a:schemeClr val="tx1">
                    <a:lumMod val="65000"/>
                    <a:lumOff val="35000"/>
                  </a:schemeClr>
                </a:solidFill>
              </a:rPr>
              <a:t>fluid </a:t>
            </a:r>
            <a:r>
              <a:rPr lang="en-US" sz="2000" spc="-114">
                <a:solidFill>
                  <a:schemeClr val="tx1">
                    <a:lumMod val="65000"/>
                    <a:lumOff val="35000"/>
                  </a:schemeClr>
                </a:solidFill>
              </a:rPr>
              <a:t>i.e., 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impact </a:t>
            </a:r>
            <a:r>
              <a:rPr lang="en-US" sz="2000" spc="60">
                <a:solidFill>
                  <a:schemeClr val="tx1">
                    <a:lumMod val="65000"/>
                    <a:lumOff val="35000"/>
                  </a:schemeClr>
                </a:solidFill>
              </a:rPr>
              <a:t>of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rotor </a:t>
            </a:r>
            <a:r>
              <a:rPr lang="en-US" sz="2000" spc="35">
                <a:solidFill>
                  <a:schemeClr val="tx1">
                    <a:lumMod val="65000"/>
                    <a:lumOff val="35000"/>
                  </a:schemeClr>
                </a:solidFill>
              </a:rPr>
              <a:t>on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45">
                <a:solidFill>
                  <a:schemeClr val="tx1">
                    <a:lumMod val="65000"/>
                    <a:lumOff val="35000"/>
                  </a:schemeClr>
                </a:solidFill>
              </a:rPr>
              <a:t>fluid </a:t>
            </a:r>
            <a:r>
              <a:rPr lang="en-US" sz="20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particles </a:t>
            </a:r>
            <a:r>
              <a:rPr lang="en-US" sz="20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increases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its </a:t>
            </a:r>
            <a:r>
              <a:rPr lang="en-US" sz="2000" spc="5">
                <a:solidFill>
                  <a:schemeClr val="tx1">
                    <a:lumMod val="65000"/>
                    <a:lumOff val="35000"/>
                  </a:schemeClr>
                </a:solidFill>
              </a:rPr>
              <a:t>velocity </a:t>
            </a:r>
            <a:r>
              <a:rPr lang="en-US" sz="20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(absolute) </a:t>
            </a:r>
            <a:r>
              <a:rPr lang="en-US" sz="2000" spc="5">
                <a:solidFill>
                  <a:schemeClr val="tx1">
                    <a:lumMod val="65000"/>
                    <a:lumOff val="35000"/>
                  </a:schemeClr>
                </a:solidFill>
              </a:rPr>
              <a:t>and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thereby </a:t>
            </a:r>
            <a:r>
              <a:rPr lang="en-US" sz="20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reduces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relative 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velocity </a:t>
            </a:r>
            <a:r>
              <a:rPr lang="en-US" sz="2000" spc="5">
                <a:solidFill>
                  <a:schemeClr val="tx1">
                    <a:lumMod val="65000"/>
                    <a:lumOff val="35000"/>
                  </a:schemeClr>
                </a:solidFill>
              </a:rPr>
              <a:t>between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45">
                <a:solidFill>
                  <a:schemeClr val="tx1">
                    <a:lumMod val="65000"/>
                    <a:lumOff val="35000"/>
                  </a:schemeClr>
                </a:solidFill>
              </a:rPr>
              <a:t>fluid </a:t>
            </a:r>
            <a:r>
              <a:rPr lang="en-US" sz="2000" spc="5">
                <a:solidFill>
                  <a:schemeClr val="tx1">
                    <a:lumMod val="65000"/>
                    <a:lumOff val="35000"/>
                  </a:schemeClr>
                </a:solidFill>
              </a:rPr>
              <a:t>and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the</a:t>
            </a:r>
            <a:r>
              <a:rPr lang="en-US" sz="2000" spc="-254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30">
                <a:solidFill>
                  <a:schemeClr val="tx1">
                    <a:lumMod val="65000"/>
                    <a:lumOff val="35000"/>
                  </a:schemeClr>
                </a:solidFill>
              </a:rPr>
              <a:t>rotor.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2700" indent="-182880" algn="just">
              <a:lnSpc>
                <a:spcPct val="90000"/>
              </a:lnSpc>
              <a:spcBef>
                <a:spcPts val="2039"/>
              </a:spcBef>
              <a:buClr>
                <a:schemeClr val="accent1"/>
              </a:buClr>
              <a:buFont typeface="Wingdings 2" pitchFamily="18" charset="2"/>
              <a:buChar char=""/>
              <a:tabLst>
                <a:tab pos="355600" algn="l"/>
              </a:tabLst>
            </a:pPr>
            <a:r>
              <a:rPr lang="en-US" sz="2000" spc="25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In</a:t>
            </a:r>
            <a:r>
              <a:rPr lang="en-US" sz="20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short,</a:t>
            </a:r>
            <a:r>
              <a:rPr lang="en-US" sz="20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the</a:t>
            </a:r>
            <a:r>
              <a:rPr lang="en-US" sz="20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rotor</a:t>
            </a:r>
            <a:r>
              <a:rPr lang="en-US" sz="20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increases</a:t>
            </a:r>
            <a:r>
              <a:rPr lang="en-US" sz="20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the</a:t>
            </a:r>
            <a:r>
              <a:rPr lang="en-US" sz="20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absolute</a:t>
            </a:r>
            <a:r>
              <a:rPr lang="en-US" sz="20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velocity</a:t>
            </a:r>
            <a:r>
              <a:rPr lang="en-US" sz="20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60">
                <a:solidFill>
                  <a:schemeClr val="tx1">
                    <a:lumMod val="65000"/>
                    <a:lumOff val="35000"/>
                  </a:schemeClr>
                </a:solidFill>
              </a:rPr>
              <a:t>of</a:t>
            </a:r>
            <a:r>
              <a:rPr lang="en-US" sz="20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the</a:t>
            </a:r>
            <a:r>
              <a:rPr lang="en-US" sz="20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45">
                <a:solidFill>
                  <a:schemeClr val="tx1">
                    <a:lumMod val="65000"/>
                    <a:lumOff val="35000"/>
                  </a:schemeClr>
                </a:solidFill>
              </a:rPr>
              <a:t>fluid</a:t>
            </a:r>
            <a:r>
              <a:rPr lang="en-US" sz="20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5">
                <a:solidFill>
                  <a:schemeClr val="tx1">
                    <a:lumMod val="65000"/>
                    <a:lumOff val="35000"/>
                  </a:schemeClr>
                </a:solidFill>
              </a:rPr>
              <a:t>and</a:t>
            </a:r>
            <a:r>
              <a:rPr lang="en-US" sz="20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the</a:t>
            </a:r>
            <a:r>
              <a:rPr lang="en-US" sz="20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stator</a:t>
            </a:r>
            <a:r>
              <a:rPr lang="en-US" sz="20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converts</a:t>
            </a:r>
            <a:r>
              <a:rPr lang="en-US" sz="20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this</a:t>
            </a:r>
            <a:r>
              <a:rPr lang="en-US" sz="20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into</a:t>
            </a:r>
            <a:r>
              <a:rPr lang="en-US" sz="20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pressure </a:t>
            </a:r>
            <a:r>
              <a:rPr lang="en-US" sz="20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rise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object 4"/>
          <p:cNvSpPr txBox="1"/>
          <p:nvPr/>
        </p:nvSpPr>
        <p:spPr>
          <a:xfrm>
            <a:off x="10663555" y="460705"/>
            <a:ext cx="217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lang="en-US"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object 3"/>
          <p:cNvSpPr txBox="1"/>
          <p:nvPr/>
        </p:nvSpPr>
        <p:spPr>
          <a:xfrm>
            <a:off x="4042420" y="639429"/>
            <a:ext cx="6627377" cy="3491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5600" marR="6350" indent="-182880">
              <a:lnSpc>
                <a:spcPct val="90000"/>
              </a:lnSpc>
              <a:spcBef>
                <a:spcPts val="100"/>
              </a:spcBef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400" spc="23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Designing </a:t>
            </a:r>
            <a:r>
              <a:rPr lang="en-US" sz="24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400" spc="50">
                <a:solidFill>
                  <a:schemeClr val="tx1">
                    <a:lumMod val="65000"/>
                    <a:lumOff val="35000"/>
                  </a:schemeClr>
                </a:solidFill>
              </a:rPr>
              <a:t>rotor </a:t>
            </a:r>
            <a:r>
              <a:rPr lang="en-US" sz="2400" spc="-65">
                <a:solidFill>
                  <a:schemeClr val="tx1">
                    <a:lumMod val="65000"/>
                    <a:lumOff val="35000"/>
                  </a:schemeClr>
                </a:solidFill>
              </a:rPr>
              <a:t>passage </a:t>
            </a:r>
            <a:r>
              <a:rPr lang="en-US" sz="2400" spc="35">
                <a:solidFill>
                  <a:schemeClr val="tx1">
                    <a:lumMod val="65000"/>
                    <a:lumOff val="35000"/>
                  </a:schemeClr>
                </a:solidFill>
              </a:rPr>
              <a:t>with  </a:t>
            </a:r>
            <a:r>
              <a:rPr lang="en-US" sz="2400" spc="-90">
                <a:solidFill>
                  <a:schemeClr val="tx1">
                    <a:lumMod val="65000"/>
                    <a:lumOff val="35000"/>
                  </a:schemeClr>
                </a:solidFill>
              </a:rPr>
              <a:t>a </a:t>
            </a:r>
            <a:r>
              <a:rPr lang="en-US" sz="24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diffusing  </a:t>
            </a: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capability </a:t>
            </a:r>
            <a:r>
              <a:rPr lang="en-US" sz="2400" spc="-50">
                <a:solidFill>
                  <a:schemeClr val="tx1">
                    <a:lumMod val="65000"/>
                    <a:lumOff val="35000"/>
                  </a:schemeClr>
                </a:solidFill>
              </a:rPr>
              <a:t>can </a:t>
            </a:r>
            <a:r>
              <a:rPr lang="en-US" sz="24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produce </a:t>
            </a:r>
            <a:r>
              <a:rPr lang="en-US" sz="2400" spc="-90">
                <a:solidFill>
                  <a:schemeClr val="tx1">
                    <a:lumMod val="65000"/>
                    <a:lumOff val="35000"/>
                  </a:schemeClr>
                </a:solidFill>
              </a:rPr>
              <a:t>a </a:t>
            </a:r>
            <a:r>
              <a:rPr lang="en-US" sz="24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pressure </a:t>
            </a:r>
            <a:r>
              <a:rPr lang="en-US" sz="24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rise </a:t>
            </a:r>
            <a:r>
              <a:rPr lang="en-US" sz="24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in </a:t>
            </a:r>
            <a:r>
              <a:rPr lang="en-US" sz="2400" spc="30">
                <a:solidFill>
                  <a:schemeClr val="tx1">
                    <a:lumMod val="65000"/>
                    <a:lumOff val="35000"/>
                  </a:schemeClr>
                </a:solidFill>
              </a:rPr>
              <a:t>addition </a:t>
            </a:r>
            <a:r>
              <a:rPr lang="en-US" sz="2400" spc="80">
                <a:solidFill>
                  <a:schemeClr val="tx1">
                    <a:lumMod val="65000"/>
                    <a:lumOff val="35000"/>
                  </a:schemeClr>
                </a:solidFill>
              </a:rPr>
              <a:t>to  </a:t>
            </a:r>
            <a:r>
              <a:rPr lang="en-US" sz="24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its </a:t>
            </a:r>
            <a:r>
              <a:rPr lang="en-US" sz="24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normal</a:t>
            </a:r>
            <a:r>
              <a:rPr lang="en-US" sz="24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functioning.</a:t>
            </a:r>
            <a:endParaRPr lang="en-US" sz="2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55600" marR="5080" indent="-182880">
              <a:lnSpc>
                <a:spcPct val="90000"/>
              </a:lnSpc>
              <a:spcBef>
                <a:spcPts val="1005"/>
              </a:spcBef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400" spc="240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  <a:r>
              <a:rPr lang="en-US" sz="2400" spc="-65">
                <a:solidFill>
                  <a:schemeClr val="tx1">
                    <a:lumMod val="65000"/>
                    <a:lumOff val="35000"/>
                  </a:schemeClr>
                </a:solidFill>
              </a:rPr>
              <a:t>This </a:t>
            </a:r>
            <a:r>
              <a:rPr lang="en-US" sz="24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produces </a:t>
            </a:r>
            <a:r>
              <a:rPr lang="en-US" sz="24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greater </a:t>
            </a:r>
            <a:r>
              <a:rPr lang="en-US" sz="24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pressure rise </a:t>
            </a: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per </a:t>
            </a:r>
            <a:r>
              <a:rPr lang="en-US" sz="24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stage </a:t>
            </a:r>
            <a:r>
              <a:rPr lang="en-US" sz="2400" spc="-75">
                <a:solidFill>
                  <a:schemeClr val="tx1">
                    <a:lumMod val="65000"/>
                    <a:lumOff val="35000"/>
                  </a:schemeClr>
                </a:solidFill>
              </a:rPr>
              <a:t>which  </a:t>
            </a: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constitutes </a:t>
            </a:r>
            <a:r>
              <a:rPr lang="en-US" sz="2400" spc="-90">
                <a:solidFill>
                  <a:schemeClr val="tx1">
                    <a:lumMod val="65000"/>
                    <a:lumOff val="35000"/>
                  </a:schemeClr>
                </a:solidFill>
              </a:rPr>
              <a:t>a </a:t>
            </a:r>
            <a:r>
              <a:rPr lang="en-US" sz="24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stator </a:t>
            </a:r>
            <a:r>
              <a:rPr lang="en-US" sz="24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and </a:t>
            </a:r>
            <a:r>
              <a:rPr lang="en-US" sz="2400" spc="-90">
                <a:solidFill>
                  <a:schemeClr val="tx1">
                    <a:lumMod val="65000"/>
                    <a:lumOff val="35000"/>
                  </a:schemeClr>
                </a:solidFill>
              </a:rPr>
              <a:t>a </a:t>
            </a:r>
            <a:r>
              <a:rPr lang="en-US" sz="2400" spc="45">
                <a:solidFill>
                  <a:schemeClr val="tx1">
                    <a:lumMod val="65000"/>
                    <a:lumOff val="35000"/>
                  </a:schemeClr>
                </a:solidFill>
              </a:rPr>
              <a:t>rotor </a:t>
            </a:r>
            <a:r>
              <a:rPr lang="en-US" sz="24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together. </a:t>
            </a:r>
            <a:r>
              <a:rPr lang="en-US" sz="2400" spc="-65">
                <a:solidFill>
                  <a:schemeClr val="tx1">
                    <a:lumMod val="65000"/>
                    <a:lumOff val="35000"/>
                  </a:schemeClr>
                </a:solidFill>
              </a:rPr>
              <a:t>This </a:t>
            </a:r>
            <a:r>
              <a:rPr lang="en-US" sz="2400" spc="-55">
                <a:solidFill>
                  <a:schemeClr val="tx1">
                    <a:lumMod val="65000"/>
                    <a:lumOff val="35000"/>
                  </a:schemeClr>
                </a:solidFill>
              </a:rPr>
              <a:t>is </a:t>
            </a:r>
            <a:r>
              <a:rPr lang="en-US" sz="24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  </a:t>
            </a: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reaction </a:t>
            </a:r>
            <a:r>
              <a:rPr lang="en-US" sz="24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principle </a:t>
            </a:r>
            <a:r>
              <a:rPr lang="en-US" sz="24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in </a:t>
            </a:r>
            <a:r>
              <a:rPr lang="en-US" sz="2400" spc="5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8F8F8F"/>
                  </a:solidFill>
                </a:uFill>
              </a:rPr>
              <a:t>turbo </a:t>
            </a:r>
            <a:r>
              <a:rPr lang="en-US" sz="2400" spc="-45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8F8F8F"/>
                  </a:solidFill>
                </a:uFill>
              </a:rPr>
              <a:t>machines</a:t>
            </a:r>
            <a:r>
              <a:rPr lang="en-US" sz="24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US" sz="24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If </a:t>
            </a:r>
            <a:r>
              <a:rPr lang="en-US" sz="2400" spc="-70">
                <a:solidFill>
                  <a:schemeClr val="tx1">
                    <a:lumMod val="65000"/>
                    <a:lumOff val="35000"/>
                  </a:schemeClr>
                </a:solidFill>
              </a:rPr>
              <a:t>50% </a:t>
            </a:r>
            <a:r>
              <a:rPr lang="en-US" sz="2400" spc="50">
                <a:solidFill>
                  <a:schemeClr val="tx1">
                    <a:lumMod val="65000"/>
                    <a:lumOff val="35000"/>
                  </a:schemeClr>
                </a:solidFill>
              </a:rPr>
              <a:t>of </a:t>
            </a:r>
            <a:r>
              <a:rPr lang="en-US" sz="24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the  </a:t>
            </a:r>
            <a:r>
              <a:rPr lang="en-US" sz="24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pressure </a:t>
            </a:r>
            <a:r>
              <a:rPr lang="en-US" sz="24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rise </a:t>
            </a:r>
            <a:r>
              <a:rPr lang="en-US" sz="24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in </a:t>
            </a:r>
            <a:r>
              <a:rPr lang="en-US" sz="2400" spc="-90">
                <a:solidFill>
                  <a:schemeClr val="tx1">
                    <a:lumMod val="65000"/>
                    <a:lumOff val="35000"/>
                  </a:schemeClr>
                </a:solidFill>
              </a:rPr>
              <a:t>a </a:t>
            </a:r>
            <a:r>
              <a:rPr lang="en-US" sz="24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stage </a:t>
            </a:r>
            <a:r>
              <a:rPr lang="en-US" sz="2400" spc="-55">
                <a:solidFill>
                  <a:schemeClr val="tx1">
                    <a:lumMod val="65000"/>
                    <a:lumOff val="35000"/>
                  </a:schemeClr>
                </a:solidFill>
              </a:rPr>
              <a:t>is </a:t>
            </a:r>
            <a:r>
              <a:rPr lang="en-US" sz="24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obtained </a:t>
            </a:r>
            <a:r>
              <a:rPr lang="en-US" sz="2400" spc="5">
                <a:solidFill>
                  <a:schemeClr val="tx1">
                    <a:lumMod val="65000"/>
                    <a:lumOff val="35000"/>
                  </a:schemeClr>
                </a:solidFill>
              </a:rPr>
              <a:t>at </a:t>
            </a:r>
            <a:r>
              <a:rPr lang="en-US" sz="24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400" spc="50">
                <a:solidFill>
                  <a:schemeClr val="tx1">
                    <a:lumMod val="65000"/>
                    <a:lumOff val="35000"/>
                  </a:schemeClr>
                </a:solidFill>
              </a:rPr>
              <a:t>rotor  </a:t>
            </a:r>
            <a:r>
              <a:rPr lang="en-US" sz="24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section, </a:t>
            </a:r>
            <a:r>
              <a:rPr lang="en-US" sz="2400" spc="70">
                <a:solidFill>
                  <a:schemeClr val="tx1">
                    <a:lumMod val="65000"/>
                    <a:lumOff val="35000"/>
                  </a:schemeClr>
                </a:solidFill>
              </a:rPr>
              <a:t>it </a:t>
            </a:r>
            <a:r>
              <a:rPr lang="en-US" sz="2400" spc="-55">
                <a:solidFill>
                  <a:schemeClr val="tx1">
                    <a:lumMod val="65000"/>
                    <a:lumOff val="35000"/>
                  </a:schemeClr>
                </a:solidFill>
              </a:rPr>
              <a:t>is </a:t>
            </a:r>
            <a:r>
              <a:rPr lang="en-US" sz="24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said </a:t>
            </a:r>
            <a:r>
              <a:rPr lang="en-US" sz="2400" spc="80">
                <a:solidFill>
                  <a:schemeClr val="tx1">
                    <a:lumMod val="65000"/>
                    <a:lumOff val="35000"/>
                  </a:schemeClr>
                </a:solidFill>
              </a:rPr>
              <a:t>to </a:t>
            </a:r>
            <a:r>
              <a:rPr lang="en-US" sz="24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have </a:t>
            </a:r>
            <a:r>
              <a:rPr lang="en-US" sz="2400" spc="-90">
                <a:solidFill>
                  <a:schemeClr val="tx1">
                    <a:lumMod val="65000"/>
                    <a:lumOff val="35000"/>
                  </a:schemeClr>
                </a:solidFill>
              </a:rPr>
              <a:t>a </a:t>
            </a:r>
            <a:r>
              <a:rPr lang="en-US" sz="2400" spc="-65">
                <a:solidFill>
                  <a:schemeClr val="tx1">
                    <a:lumMod val="65000"/>
                    <a:lumOff val="35000"/>
                  </a:schemeClr>
                </a:solidFill>
              </a:rPr>
              <a:t>50%</a:t>
            </a:r>
            <a:r>
              <a:rPr lang="en-US" sz="24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reaction.</a:t>
            </a:r>
            <a:endParaRPr lang="en-US" sz="2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object 4"/>
          <p:cNvSpPr/>
          <p:nvPr/>
        </p:nvSpPr>
        <p:spPr>
          <a:xfrm>
            <a:off x="45679" y="1684210"/>
            <a:ext cx="3474211" cy="21476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663555" y="460705"/>
            <a:ext cx="217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lang="en-US"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260" y="1683144"/>
            <a:ext cx="2774922" cy="3491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b="1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46989" y="764260"/>
            <a:ext cx="7535053" cy="5800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5600" marR="5080" indent="-182880">
              <a:lnSpc>
                <a:spcPct val="90000"/>
              </a:lnSpc>
              <a:spcBef>
                <a:spcPts val="100"/>
              </a:spcBef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000" spc="844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  <a:r>
              <a:rPr lang="en-US" sz="2000" spc="-65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increase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in </a:t>
            </a:r>
            <a:r>
              <a:rPr lang="en-US" sz="20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pressure </a:t>
            </a:r>
            <a:r>
              <a:rPr lang="en-US" sz="20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produced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by </a:t>
            </a:r>
            <a:r>
              <a:rPr lang="en-US" sz="2000" spc="-80">
                <a:solidFill>
                  <a:schemeClr val="tx1">
                    <a:lumMod val="65000"/>
                    <a:lumOff val="35000"/>
                  </a:schemeClr>
                </a:solidFill>
              </a:rPr>
              <a:t>a </a:t>
            </a:r>
            <a:r>
              <a:rPr lang="en-US" sz="20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single </a:t>
            </a:r>
            <a:r>
              <a:rPr lang="en-US" sz="20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stage </a:t>
            </a:r>
            <a:r>
              <a:rPr lang="en-US" sz="2000" spc="-50">
                <a:solidFill>
                  <a:schemeClr val="tx1">
                    <a:lumMod val="65000"/>
                    <a:lumOff val="35000"/>
                  </a:schemeClr>
                </a:solidFill>
              </a:rPr>
              <a:t>is </a:t>
            </a:r>
            <a:r>
              <a:rPr lang="en-US" sz="2000" spc="30">
                <a:solidFill>
                  <a:schemeClr val="tx1">
                    <a:lumMod val="65000"/>
                    <a:lumOff val="35000"/>
                  </a:schemeClr>
                </a:solidFill>
              </a:rPr>
              <a:t>limited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by </a:t>
            </a:r>
            <a:r>
              <a:rPr lang="en-US" sz="20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relative </a:t>
            </a:r>
            <a:r>
              <a:rPr lang="en-US" sz="2000" spc="5">
                <a:solidFill>
                  <a:schemeClr val="tx1">
                    <a:lumMod val="65000"/>
                    <a:lumOff val="35000"/>
                  </a:schemeClr>
                </a:solidFill>
              </a:rPr>
              <a:t>velocity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between </a:t>
            </a:r>
            <a:r>
              <a:rPr lang="en-US" sz="20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50">
                <a:solidFill>
                  <a:schemeClr val="tx1">
                    <a:lumMod val="65000"/>
                    <a:lumOff val="35000"/>
                  </a:schemeClr>
                </a:solidFill>
              </a:rPr>
              <a:t>rotor </a:t>
            </a:r>
            <a:r>
              <a:rPr lang="en-US" sz="20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and </a:t>
            </a:r>
            <a:r>
              <a:rPr lang="en-US" sz="2000" spc="-75">
                <a:solidFill>
                  <a:schemeClr val="tx1">
                    <a:lumMod val="65000"/>
                    <a:lumOff val="35000"/>
                  </a:schemeClr>
                </a:solidFill>
              </a:rPr>
              <a:t>the 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fluid, </a:t>
            </a:r>
            <a:r>
              <a:rPr lang="en-US" sz="20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and </a:t>
            </a:r>
            <a:r>
              <a:rPr lang="en-US" sz="20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35">
                <a:solidFill>
                  <a:schemeClr val="tx1">
                    <a:lumMod val="65000"/>
                    <a:lumOff val="35000"/>
                  </a:schemeClr>
                </a:solidFill>
              </a:rPr>
              <a:t>turning </a:t>
            </a:r>
            <a:r>
              <a:rPr lang="en-US" sz="20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and </a:t>
            </a:r>
            <a:r>
              <a:rPr lang="en-US" sz="20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diffusion </a:t>
            </a:r>
            <a:r>
              <a:rPr lang="en-US" sz="20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capabilities </a:t>
            </a:r>
            <a:r>
              <a:rPr lang="en-US" sz="20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of </a:t>
            </a:r>
            <a:r>
              <a:rPr lang="en-US" sz="20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air</a:t>
            </a:r>
            <a:r>
              <a:rPr lang="en-US" sz="2000" spc="-18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foils.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55600" marR="5080" indent="-182880">
              <a:lnSpc>
                <a:spcPct val="90000"/>
              </a:lnSpc>
              <a:spcBef>
                <a:spcPts val="990"/>
              </a:spcBef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000" spc="844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  <a:r>
              <a:rPr lang="en-US" sz="20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A </a:t>
            </a:r>
            <a:r>
              <a:rPr lang="en-US" sz="2000" spc="5">
                <a:solidFill>
                  <a:schemeClr val="tx1">
                    <a:lumMod val="65000"/>
                    <a:lumOff val="35000"/>
                  </a:schemeClr>
                </a:solidFill>
              </a:rPr>
              <a:t>typical </a:t>
            </a:r>
            <a:r>
              <a:rPr lang="en-US" sz="20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stage </a:t>
            </a:r>
            <a:r>
              <a:rPr lang="en-US" sz="20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in </a:t>
            </a:r>
            <a:r>
              <a:rPr lang="en-US" sz="2000" spc="-80">
                <a:solidFill>
                  <a:schemeClr val="tx1">
                    <a:lumMod val="65000"/>
                    <a:lumOff val="35000"/>
                  </a:schemeClr>
                </a:solidFill>
              </a:rPr>
              <a:t>a </a:t>
            </a:r>
            <a:r>
              <a:rPr lang="en-US" sz="20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commercial </a:t>
            </a:r>
            <a:r>
              <a:rPr lang="en-US" sz="20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compressor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will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produce </a:t>
            </a:r>
            <a:r>
              <a:rPr lang="en-US" sz="2000" spc="-80">
                <a:solidFill>
                  <a:schemeClr val="tx1">
                    <a:lumMod val="65000"/>
                    <a:lumOff val="35000"/>
                  </a:schemeClr>
                </a:solidFill>
              </a:rPr>
              <a:t>a </a:t>
            </a:r>
            <a:r>
              <a:rPr lang="en-US" sz="20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pressure </a:t>
            </a:r>
            <a:r>
              <a:rPr lang="en-US" sz="20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increase </a:t>
            </a:r>
            <a:r>
              <a:rPr lang="en-US" sz="2000" spc="50">
                <a:solidFill>
                  <a:schemeClr val="tx1">
                    <a:lumMod val="65000"/>
                    <a:lumOff val="35000"/>
                  </a:schemeClr>
                </a:solidFill>
              </a:rPr>
              <a:t>of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between </a:t>
            </a:r>
            <a:r>
              <a:rPr lang="en-US" sz="2000" spc="-60">
                <a:solidFill>
                  <a:schemeClr val="tx1">
                    <a:lumMod val="65000"/>
                    <a:lumOff val="35000"/>
                  </a:schemeClr>
                </a:solidFill>
              </a:rPr>
              <a:t>15% </a:t>
            </a:r>
            <a:r>
              <a:rPr lang="en-US" sz="20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and </a:t>
            </a:r>
            <a:r>
              <a:rPr lang="en-US" sz="2000" spc="-60">
                <a:solidFill>
                  <a:schemeClr val="tx1">
                    <a:lumMod val="65000"/>
                    <a:lumOff val="35000"/>
                  </a:schemeClr>
                </a:solidFill>
              </a:rPr>
              <a:t>60%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at </a:t>
            </a:r>
            <a:r>
              <a:rPr lang="en-US" sz="2000" spc="-55">
                <a:solidFill>
                  <a:schemeClr val="tx1">
                    <a:lumMod val="65000"/>
                    <a:lumOff val="35000"/>
                  </a:schemeClr>
                </a:solidFill>
              </a:rPr>
              <a:t>design  </a:t>
            </a:r>
            <a:r>
              <a:rPr lang="en-US" sz="20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conditions </a:t>
            </a:r>
            <a:r>
              <a:rPr lang="en-US" sz="2000" spc="40">
                <a:solidFill>
                  <a:schemeClr val="tx1">
                    <a:lumMod val="65000"/>
                    <a:lumOff val="35000"/>
                  </a:schemeClr>
                </a:solidFill>
              </a:rPr>
              <a:t>with </a:t>
            </a:r>
            <a:r>
              <a:rPr lang="en-US" sz="2000" spc="-80">
                <a:solidFill>
                  <a:schemeClr val="tx1">
                    <a:lumMod val="65000"/>
                    <a:lumOff val="35000"/>
                  </a:schemeClr>
                </a:solidFill>
              </a:rPr>
              <a:t>a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polytrophic </a:t>
            </a:r>
            <a:r>
              <a:rPr lang="en-US" sz="20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efficiency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in </a:t>
            </a:r>
            <a:r>
              <a:rPr lang="en-US" sz="20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region </a:t>
            </a:r>
            <a:r>
              <a:rPr lang="en-US" sz="2000" spc="50">
                <a:solidFill>
                  <a:schemeClr val="tx1">
                    <a:lumMod val="65000"/>
                    <a:lumOff val="35000"/>
                  </a:schemeClr>
                </a:solidFill>
              </a:rPr>
              <a:t>of</a:t>
            </a:r>
            <a:r>
              <a:rPr lang="en-US" sz="2000" spc="-11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-65">
                <a:solidFill>
                  <a:schemeClr val="tx1">
                    <a:lumMod val="65000"/>
                    <a:lumOff val="35000"/>
                  </a:schemeClr>
                </a:solidFill>
              </a:rPr>
              <a:t>90–95%.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55600" marR="5080" indent="-182880">
              <a:lnSpc>
                <a:spcPct val="90000"/>
              </a:lnSpc>
              <a:spcBef>
                <a:spcPts val="915"/>
              </a:spcBef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000" spc="235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  <a:r>
              <a:rPr lang="en-US" sz="2000" spc="-50">
                <a:solidFill>
                  <a:schemeClr val="tx1">
                    <a:lumMod val="65000"/>
                    <a:lumOff val="35000"/>
                  </a:schemeClr>
                </a:solidFill>
              </a:rPr>
              <a:t>To </a:t>
            </a:r>
            <a:r>
              <a:rPr lang="en-US" sz="20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achieve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different </a:t>
            </a:r>
            <a:r>
              <a:rPr lang="en-US" sz="20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pressure </a:t>
            </a:r>
            <a:r>
              <a:rPr lang="en-US" sz="20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ratios, </a:t>
            </a:r>
            <a:r>
              <a:rPr lang="en-US" sz="20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axial </a:t>
            </a:r>
            <a:r>
              <a:rPr lang="en-US" sz="20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compressors </a:t>
            </a:r>
            <a:r>
              <a:rPr lang="en-US" sz="20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are </a:t>
            </a:r>
            <a:r>
              <a:rPr lang="en-US" sz="20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designed </a:t>
            </a:r>
            <a:r>
              <a:rPr lang="en-US" sz="2000" spc="40">
                <a:solidFill>
                  <a:schemeClr val="tx1">
                    <a:lumMod val="65000"/>
                    <a:lumOff val="35000"/>
                  </a:schemeClr>
                </a:solidFill>
              </a:rPr>
              <a:t>with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different </a:t>
            </a:r>
            <a:r>
              <a:rPr lang="en-US" sz="20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numbers </a:t>
            </a:r>
            <a:r>
              <a:rPr lang="en-US" sz="2000" spc="50">
                <a:solidFill>
                  <a:schemeClr val="tx1">
                    <a:lumMod val="65000"/>
                    <a:lumOff val="35000"/>
                  </a:schemeClr>
                </a:solidFill>
              </a:rPr>
              <a:t>of </a:t>
            </a:r>
            <a:r>
              <a:rPr lang="en-US" sz="20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stages </a:t>
            </a:r>
            <a:r>
              <a:rPr lang="en-US" sz="2000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and 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rotational </a:t>
            </a:r>
            <a:r>
              <a:rPr lang="en-US" sz="2000" spc="-55">
                <a:solidFill>
                  <a:schemeClr val="tx1">
                    <a:lumMod val="65000"/>
                    <a:lumOff val="35000"/>
                  </a:schemeClr>
                </a:solidFill>
              </a:rPr>
              <a:t>speeds. </a:t>
            </a:r>
            <a:r>
              <a:rPr lang="en-US" sz="2000" spc="-85">
                <a:solidFill>
                  <a:schemeClr val="tx1">
                    <a:lumMod val="65000"/>
                    <a:lumOff val="35000"/>
                  </a:schemeClr>
                </a:solidFill>
              </a:rPr>
              <a:t>As </a:t>
            </a:r>
            <a:r>
              <a:rPr lang="en-US" sz="2000" spc="-80">
                <a:solidFill>
                  <a:schemeClr val="tx1">
                    <a:lumMod val="65000"/>
                    <a:lumOff val="35000"/>
                  </a:schemeClr>
                </a:solidFill>
              </a:rPr>
              <a:t>a </a:t>
            </a:r>
            <a:r>
              <a:rPr lang="en-US" sz="20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general </a:t>
            </a:r>
            <a:r>
              <a:rPr lang="en-US" sz="2000" spc="40">
                <a:solidFill>
                  <a:schemeClr val="tx1">
                    <a:lumMod val="65000"/>
                    <a:lumOff val="35000"/>
                  </a:schemeClr>
                </a:solidFill>
              </a:rPr>
              <a:t>rule-of-thumb </a:t>
            </a:r>
            <a:r>
              <a:rPr lang="en-US" sz="20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we </a:t>
            </a:r>
            <a:r>
              <a:rPr lang="en-US" sz="20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can </a:t>
            </a:r>
            <a:r>
              <a:rPr lang="en-US" sz="2000" spc="-60">
                <a:solidFill>
                  <a:schemeClr val="tx1">
                    <a:lumMod val="65000"/>
                    <a:lumOff val="35000"/>
                  </a:schemeClr>
                </a:solidFill>
              </a:rPr>
              <a:t>assume </a:t>
            </a:r>
            <a:r>
              <a:rPr lang="en-US" sz="2000" spc="35">
                <a:solidFill>
                  <a:schemeClr val="tx1">
                    <a:lumMod val="65000"/>
                    <a:lumOff val="35000"/>
                  </a:schemeClr>
                </a:solidFill>
              </a:rPr>
              <a:t>that </a:t>
            </a:r>
            <a:r>
              <a:rPr lang="en-US" sz="2000" spc="-50">
                <a:solidFill>
                  <a:schemeClr val="tx1">
                    <a:lumMod val="65000"/>
                    <a:lumOff val="35000"/>
                  </a:schemeClr>
                </a:solidFill>
              </a:rPr>
              <a:t>each </a:t>
            </a:r>
            <a:r>
              <a:rPr lang="en-US" sz="20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stage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in </a:t>
            </a:r>
            <a:r>
              <a:rPr lang="en-US" sz="2000" spc="-80">
                <a:solidFill>
                  <a:schemeClr val="tx1">
                    <a:lumMod val="65000"/>
                    <a:lumOff val="35000"/>
                  </a:schemeClr>
                </a:solidFill>
              </a:rPr>
              <a:t>a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given </a:t>
            </a:r>
            <a:r>
              <a:rPr lang="en-US" sz="20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compressor </a:t>
            </a:r>
            <a:r>
              <a:rPr lang="en-US" sz="2000" spc="-70">
                <a:solidFill>
                  <a:schemeClr val="tx1">
                    <a:lumMod val="65000"/>
                    <a:lumOff val="35000"/>
                  </a:schemeClr>
                </a:solidFill>
              </a:rPr>
              <a:t>has </a:t>
            </a:r>
            <a:r>
              <a:rPr lang="en-US" sz="20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the  </a:t>
            </a:r>
            <a:r>
              <a:rPr lang="en-US" sz="2000" spc="-60">
                <a:solidFill>
                  <a:schemeClr val="tx1">
                    <a:lumMod val="65000"/>
                    <a:lumOff val="35000"/>
                  </a:schemeClr>
                </a:solidFill>
              </a:rPr>
              <a:t>same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temperature </a:t>
            </a:r>
            <a:r>
              <a:rPr lang="en-US" sz="20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rise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-85">
                <a:solidFill>
                  <a:schemeClr val="tx1">
                    <a:lumMod val="65000"/>
                    <a:lumOff val="35000"/>
                  </a:schemeClr>
                </a:solidFill>
              </a:rPr>
              <a:t>(δT).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55600" marR="5080" indent="-182880">
              <a:lnSpc>
                <a:spcPct val="90000"/>
              </a:lnSpc>
              <a:spcBef>
                <a:spcPts val="840"/>
              </a:spcBef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000" spc="844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  <a:r>
              <a:rPr lang="en-US" sz="20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Therefore,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at </a:t>
            </a:r>
            <a:r>
              <a:rPr lang="en-US" sz="20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entry, </a:t>
            </a:r>
            <a:r>
              <a:rPr lang="en-US" sz="2000" spc="5">
                <a:solidFill>
                  <a:schemeClr val="tx1">
                    <a:lumMod val="65000"/>
                    <a:lumOff val="35000"/>
                  </a:schemeClr>
                </a:solidFill>
              </a:rPr>
              <a:t>temperature </a:t>
            </a:r>
            <a:r>
              <a:rPr lang="en-US" sz="2000" spc="-50">
                <a:solidFill>
                  <a:schemeClr val="tx1">
                    <a:lumMod val="65000"/>
                    <a:lumOff val="35000"/>
                  </a:schemeClr>
                </a:solidFill>
              </a:rPr>
              <a:t>(Tstage) </a:t>
            </a:r>
            <a:r>
              <a:rPr lang="en-US" sz="2000" spc="70">
                <a:solidFill>
                  <a:schemeClr val="tx1">
                    <a:lumMod val="65000"/>
                    <a:lumOff val="35000"/>
                  </a:schemeClr>
                </a:solidFill>
              </a:rPr>
              <a:t>to </a:t>
            </a:r>
            <a:r>
              <a:rPr lang="en-US" sz="2000" spc="-50">
                <a:solidFill>
                  <a:schemeClr val="tx1">
                    <a:lumMod val="65000"/>
                    <a:lumOff val="35000"/>
                  </a:schemeClr>
                </a:solidFill>
              </a:rPr>
              <a:t>each </a:t>
            </a:r>
            <a:r>
              <a:rPr lang="en-US" sz="20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stage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must </a:t>
            </a:r>
            <a:r>
              <a:rPr lang="en-US" sz="20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increase </a:t>
            </a:r>
            <a:r>
              <a:rPr lang="en-US" sz="20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progressively </a:t>
            </a:r>
            <a:r>
              <a:rPr lang="en-US" sz="2000" spc="35">
                <a:solidFill>
                  <a:schemeClr val="tx1">
                    <a:lumMod val="65000"/>
                    <a:lumOff val="35000"/>
                  </a:schemeClr>
                </a:solidFill>
              </a:rPr>
              <a:t>through </a:t>
            </a:r>
            <a:r>
              <a:rPr lang="en-US" sz="20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compressor  </a:t>
            </a:r>
            <a:r>
              <a:rPr lang="en-US" sz="20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and </a:t>
            </a:r>
            <a:r>
              <a:rPr lang="en-US" sz="20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ratio </a:t>
            </a:r>
            <a:r>
              <a:rPr lang="en-US" sz="20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en-US" sz="2000" spc="-40" err="1">
                <a:solidFill>
                  <a:schemeClr val="tx1">
                    <a:lumMod val="65000"/>
                    <a:lumOff val="35000"/>
                  </a:schemeClr>
                </a:solidFill>
              </a:rPr>
              <a:t>δT</a:t>
            </a:r>
            <a:r>
              <a:rPr lang="en-US" sz="20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)/(</a:t>
            </a:r>
            <a:r>
              <a:rPr lang="en-US" sz="2000" spc="-40" err="1">
                <a:solidFill>
                  <a:schemeClr val="tx1">
                    <a:lumMod val="65000"/>
                    <a:lumOff val="35000"/>
                  </a:schemeClr>
                </a:solidFill>
              </a:rPr>
              <a:t>Tstage</a:t>
            </a:r>
            <a:r>
              <a:rPr lang="en-US" sz="20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en-US" sz="2000" spc="5">
                <a:solidFill>
                  <a:schemeClr val="tx1">
                    <a:lumMod val="65000"/>
                    <a:lumOff val="35000"/>
                  </a:schemeClr>
                </a:solidFill>
              </a:rPr>
              <a:t>entry must </a:t>
            </a:r>
            <a:r>
              <a:rPr lang="en-US" sz="2000" spc="-55">
                <a:solidFill>
                  <a:schemeClr val="tx1">
                    <a:lumMod val="65000"/>
                    <a:lumOff val="35000"/>
                  </a:schemeClr>
                </a:solidFill>
              </a:rPr>
              <a:t>decrease,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thus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implying </a:t>
            </a:r>
            <a:r>
              <a:rPr lang="en-US" sz="2000" spc="-80">
                <a:solidFill>
                  <a:schemeClr val="tx1">
                    <a:lumMod val="65000"/>
                    <a:lumOff val="35000"/>
                  </a:schemeClr>
                </a:solidFill>
              </a:rPr>
              <a:t>a </a:t>
            </a:r>
            <a:r>
              <a:rPr lang="en-US" sz="20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progressive </a:t>
            </a:r>
            <a:r>
              <a:rPr lang="en-US" sz="20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reduction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in </a:t>
            </a:r>
            <a:r>
              <a:rPr lang="en-US" sz="20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stage </a:t>
            </a:r>
            <a:r>
              <a:rPr lang="en-US" sz="20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pressure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ratio  </a:t>
            </a:r>
            <a:r>
              <a:rPr lang="en-US" sz="2000" spc="35">
                <a:solidFill>
                  <a:schemeClr val="tx1">
                    <a:lumMod val="65000"/>
                    <a:lumOff val="35000"/>
                  </a:schemeClr>
                </a:solidFill>
              </a:rPr>
              <a:t>through </a:t>
            </a:r>
            <a:r>
              <a:rPr lang="en-US" sz="20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unit. </a:t>
            </a:r>
            <a:r>
              <a:rPr lang="en-US" sz="20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Hence </a:t>
            </a:r>
            <a:r>
              <a:rPr lang="en-US" sz="20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rear stage </a:t>
            </a:r>
            <a:r>
              <a:rPr lang="en-US" sz="20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develops </a:t>
            </a:r>
            <a:r>
              <a:rPr lang="en-US" sz="2000" spc="-80">
                <a:solidFill>
                  <a:schemeClr val="tx1">
                    <a:lumMod val="65000"/>
                    <a:lumOff val="35000"/>
                  </a:schemeClr>
                </a:solidFill>
              </a:rPr>
              <a:t>a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significantly </a:t>
            </a:r>
            <a:r>
              <a:rPr lang="en-US" sz="2000" spc="5">
                <a:solidFill>
                  <a:schemeClr val="tx1">
                    <a:lumMod val="65000"/>
                    <a:lumOff val="35000"/>
                  </a:schemeClr>
                </a:solidFill>
              </a:rPr>
              <a:t>lower </a:t>
            </a:r>
            <a:r>
              <a:rPr lang="en-US" sz="20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pressure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ratio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than </a:t>
            </a:r>
            <a:r>
              <a:rPr lang="en-US" sz="20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first</a:t>
            </a:r>
            <a:r>
              <a:rPr lang="en-US" sz="20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stage.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object 4"/>
          <p:cNvSpPr txBox="1"/>
          <p:nvPr/>
        </p:nvSpPr>
        <p:spPr>
          <a:xfrm>
            <a:off x="10567543" y="460705"/>
            <a:ext cx="409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lang="en-US"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object 3"/>
          <p:cNvSpPr txBox="1"/>
          <p:nvPr/>
        </p:nvSpPr>
        <p:spPr>
          <a:xfrm>
            <a:off x="4207977" y="907768"/>
            <a:ext cx="6627377" cy="3984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5600" marR="5080" indent="-182880">
              <a:lnSpc>
                <a:spcPct val="90000"/>
              </a:lnSpc>
              <a:spcBef>
                <a:spcPts val="100"/>
              </a:spcBef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400" spc="5">
                <a:solidFill>
                  <a:schemeClr val="tx1">
                    <a:lumMod val="65000"/>
                    <a:lumOff val="35000"/>
                  </a:schemeClr>
                </a:solidFill>
              </a:rPr>
              <a:t>Higher </a:t>
            </a:r>
            <a:r>
              <a:rPr lang="en-US" sz="24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stage </a:t>
            </a:r>
            <a:r>
              <a:rPr lang="en-US" sz="24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pressure </a:t>
            </a:r>
            <a:r>
              <a:rPr lang="en-US" sz="24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ratios </a:t>
            </a:r>
            <a:r>
              <a:rPr lang="en-US" sz="24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are </a:t>
            </a:r>
            <a:r>
              <a:rPr lang="en-US" sz="24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also </a:t>
            </a:r>
            <a:r>
              <a:rPr lang="en-US" sz="24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possible </a:t>
            </a:r>
            <a:r>
              <a:rPr lang="en-US" sz="2400" spc="-135">
                <a:solidFill>
                  <a:schemeClr val="tx1">
                    <a:lumMod val="65000"/>
                    <a:lumOff val="35000"/>
                  </a:schemeClr>
                </a:solidFill>
              </a:rPr>
              <a:t>if  </a:t>
            </a:r>
            <a:r>
              <a:rPr lang="en-US" sz="24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4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relative </a:t>
            </a: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velocity </a:t>
            </a:r>
            <a:r>
              <a:rPr lang="en-US" sz="24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between </a:t>
            </a:r>
            <a:r>
              <a:rPr lang="en-US" sz="2400" spc="40">
                <a:solidFill>
                  <a:schemeClr val="tx1">
                    <a:lumMod val="65000"/>
                    <a:lumOff val="35000"/>
                  </a:schemeClr>
                </a:solidFill>
              </a:rPr>
              <a:t>fluid </a:t>
            </a:r>
            <a:r>
              <a:rPr lang="en-US" sz="24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and </a:t>
            </a:r>
            <a:r>
              <a:rPr lang="en-US" sz="24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rotors </a:t>
            </a:r>
            <a:r>
              <a:rPr lang="en-US" sz="2400" spc="-60">
                <a:solidFill>
                  <a:schemeClr val="tx1">
                    <a:lumMod val="65000"/>
                    <a:lumOff val="35000"/>
                  </a:schemeClr>
                </a:solidFill>
              </a:rPr>
              <a:t>is  </a:t>
            </a:r>
            <a:r>
              <a:rPr lang="en-US" sz="24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supersonic, </a:t>
            </a:r>
            <a:r>
              <a:rPr lang="en-US" sz="2400" spc="60">
                <a:solidFill>
                  <a:schemeClr val="tx1">
                    <a:lumMod val="65000"/>
                    <a:lumOff val="35000"/>
                  </a:schemeClr>
                </a:solidFill>
              </a:rPr>
              <a:t>but </a:t>
            </a:r>
            <a:r>
              <a:rPr lang="en-US" sz="2400" spc="5">
                <a:solidFill>
                  <a:schemeClr val="tx1">
                    <a:lumMod val="65000"/>
                    <a:lumOff val="35000"/>
                  </a:schemeClr>
                </a:solidFill>
              </a:rPr>
              <a:t>this </a:t>
            </a:r>
            <a:r>
              <a:rPr lang="en-US" sz="2400" spc="-55">
                <a:solidFill>
                  <a:schemeClr val="tx1">
                    <a:lumMod val="65000"/>
                    <a:lumOff val="35000"/>
                  </a:schemeClr>
                </a:solidFill>
              </a:rPr>
              <a:t>is </a:t>
            </a:r>
            <a:r>
              <a:rPr lang="en-US" sz="24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achieved </a:t>
            </a:r>
            <a:r>
              <a:rPr lang="en-US" sz="24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at </a:t>
            </a:r>
            <a:r>
              <a:rPr lang="en-US" sz="24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400" spc="-55">
                <a:solidFill>
                  <a:schemeClr val="tx1">
                    <a:lumMod val="65000"/>
                    <a:lumOff val="35000"/>
                  </a:schemeClr>
                </a:solidFill>
              </a:rPr>
              <a:t>expense </a:t>
            </a:r>
            <a:r>
              <a:rPr lang="en-US" sz="2400" spc="50">
                <a:solidFill>
                  <a:schemeClr val="tx1">
                    <a:lumMod val="65000"/>
                    <a:lumOff val="35000"/>
                  </a:schemeClr>
                </a:solidFill>
              </a:rPr>
              <a:t>of  </a:t>
            </a:r>
            <a:r>
              <a:rPr lang="en-US" sz="24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efficiency </a:t>
            </a:r>
            <a:r>
              <a:rPr lang="en-US" sz="24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and</a:t>
            </a: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spc="5">
                <a:solidFill>
                  <a:schemeClr val="tx1">
                    <a:lumMod val="65000"/>
                    <a:lumOff val="35000"/>
                  </a:schemeClr>
                </a:solidFill>
              </a:rPr>
              <a:t>operability.</a:t>
            </a:r>
            <a:endParaRPr lang="en-US" sz="2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55600" marR="5080" indent="-182880">
              <a:lnSpc>
                <a:spcPct val="90000"/>
              </a:lnSpc>
              <a:spcBef>
                <a:spcPts val="1005"/>
              </a:spcBef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400" spc="235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  <a:r>
              <a:rPr lang="en-US" sz="2400" spc="-75">
                <a:solidFill>
                  <a:schemeClr val="tx1">
                    <a:lumMod val="65000"/>
                    <a:lumOff val="35000"/>
                  </a:schemeClr>
                </a:solidFill>
              </a:rPr>
              <a:t>Such </a:t>
            </a:r>
            <a:r>
              <a:rPr lang="en-US" sz="24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compressors, </a:t>
            </a:r>
            <a:r>
              <a:rPr lang="en-US" sz="2400" spc="35">
                <a:solidFill>
                  <a:schemeClr val="tx1">
                    <a:lumMod val="65000"/>
                    <a:lumOff val="35000"/>
                  </a:schemeClr>
                </a:solidFill>
              </a:rPr>
              <a:t>with </a:t>
            </a:r>
            <a:r>
              <a:rPr lang="en-US" sz="24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stage </a:t>
            </a:r>
            <a:r>
              <a:rPr lang="en-US" sz="24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pressure </a:t>
            </a:r>
            <a:r>
              <a:rPr lang="en-US" sz="24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ratios </a:t>
            </a:r>
            <a:r>
              <a:rPr lang="en-US" sz="2400" spc="-140">
                <a:solidFill>
                  <a:schemeClr val="tx1">
                    <a:lumMod val="65000"/>
                    <a:lumOff val="35000"/>
                  </a:schemeClr>
                </a:solidFill>
              </a:rPr>
              <a:t>of  </a:t>
            </a:r>
            <a:r>
              <a:rPr lang="en-US" sz="24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over </a:t>
            </a:r>
            <a:r>
              <a:rPr lang="en-US" sz="2400" spc="-75">
                <a:solidFill>
                  <a:schemeClr val="tx1">
                    <a:lumMod val="65000"/>
                    <a:lumOff val="35000"/>
                  </a:schemeClr>
                </a:solidFill>
              </a:rPr>
              <a:t>2, </a:t>
            </a:r>
            <a:r>
              <a:rPr lang="en-US" sz="24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are </a:t>
            </a:r>
            <a:r>
              <a:rPr lang="en-US" sz="24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only </a:t>
            </a:r>
            <a:r>
              <a:rPr lang="en-US" sz="24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used </a:t>
            </a:r>
            <a:r>
              <a:rPr lang="en-US" sz="24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where </a:t>
            </a:r>
            <a:r>
              <a:rPr lang="en-US" sz="24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minimizing the  </a:t>
            </a:r>
            <a:r>
              <a:rPr lang="en-US" sz="24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compressor </a:t>
            </a:r>
            <a:r>
              <a:rPr lang="en-US" sz="2400" spc="-80">
                <a:solidFill>
                  <a:schemeClr val="tx1">
                    <a:lumMod val="65000"/>
                    <a:lumOff val="35000"/>
                  </a:schemeClr>
                </a:solidFill>
              </a:rPr>
              <a:t>size, </a:t>
            </a:r>
            <a:r>
              <a:rPr lang="en-US" sz="24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weight </a:t>
            </a:r>
            <a:r>
              <a:rPr lang="en-US" sz="2400" spc="40">
                <a:solidFill>
                  <a:schemeClr val="tx1">
                    <a:lumMod val="65000"/>
                    <a:lumOff val="35000"/>
                  </a:schemeClr>
                </a:solidFill>
              </a:rPr>
              <a:t>or </a:t>
            </a:r>
            <a:r>
              <a:rPr lang="en-US" sz="2400" spc="5">
                <a:solidFill>
                  <a:schemeClr val="tx1">
                    <a:lumMod val="65000"/>
                    <a:lumOff val="35000"/>
                  </a:schemeClr>
                </a:solidFill>
              </a:rPr>
              <a:t>complexity </a:t>
            </a:r>
            <a:r>
              <a:rPr lang="en-US" sz="2400" spc="-55">
                <a:solidFill>
                  <a:schemeClr val="tx1">
                    <a:lumMod val="65000"/>
                    <a:lumOff val="35000"/>
                  </a:schemeClr>
                </a:solidFill>
              </a:rPr>
              <a:t>is </a:t>
            </a:r>
            <a:r>
              <a:rPr lang="en-US" sz="24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critical,  </a:t>
            </a:r>
            <a:r>
              <a:rPr lang="en-US" sz="24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such </a:t>
            </a:r>
            <a:r>
              <a:rPr lang="en-US" sz="2400" spc="-114">
                <a:solidFill>
                  <a:schemeClr val="tx1">
                    <a:lumMod val="65000"/>
                    <a:lumOff val="35000"/>
                  </a:schemeClr>
                </a:solidFill>
              </a:rPr>
              <a:t>as </a:t>
            </a:r>
            <a:r>
              <a:rPr lang="en-US" sz="24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in </a:t>
            </a:r>
            <a:r>
              <a:rPr lang="en-US" sz="24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military</a:t>
            </a:r>
            <a:r>
              <a:rPr lang="en-US" sz="2400" spc="9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jets.</a:t>
            </a:r>
            <a:endParaRPr lang="en-US" sz="2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object 4"/>
          <p:cNvSpPr/>
          <p:nvPr/>
        </p:nvSpPr>
        <p:spPr>
          <a:xfrm>
            <a:off x="200602" y="1475624"/>
            <a:ext cx="3411390" cy="2117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567543" y="460705"/>
            <a:ext cx="409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lang="en-US"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260" y="1683144"/>
            <a:ext cx="2774922" cy="3491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b="1">
                <a:solidFill>
                  <a:schemeClr val="bg1"/>
                </a:solidFill>
              </a:rPr>
              <a:t>Main Parts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0039" y="764260"/>
            <a:ext cx="6953914" cy="56320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"/>
              </a:spcBef>
              <a:buClr>
                <a:schemeClr val="accent1"/>
              </a:buClr>
              <a:tabLst>
                <a:tab pos="354965" algn="l"/>
              </a:tabLst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Following </a:t>
            </a:r>
            <a:r>
              <a:rPr lang="en-US" sz="20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are </a:t>
            </a:r>
            <a:r>
              <a:rPr lang="en-US" sz="2000" spc="50">
                <a:solidFill>
                  <a:schemeClr val="tx1">
                    <a:lumMod val="65000"/>
                    <a:lumOff val="35000"/>
                  </a:schemeClr>
                </a:solidFill>
              </a:rPr>
              <a:t>two </a:t>
            </a:r>
            <a:r>
              <a:rPr lang="en-US" sz="20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main </a:t>
            </a:r>
            <a:r>
              <a:rPr lang="en-US" sz="20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elements </a:t>
            </a:r>
            <a:r>
              <a:rPr lang="en-US" sz="20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of </a:t>
            </a:r>
            <a:r>
              <a:rPr lang="en-US" sz="20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an </a:t>
            </a:r>
            <a:r>
              <a:rPr lang="en-US" sz="2000" spc="-40">
                <a:solidFill>
                  <a:schemeClr val="tx1">
                    <a:lumMod val="65000"/>
                    <a:lumOff val="35000"/>
                  </a:schemeClr>
                </a:solidFill>
              </a:rPr>
              <a:t>axial </a:t>
            </a:r>
            <a:r>
              <a:rPr lang="en-US" sz="2000" spc="35">
                <a:solidFill>
                  <a:schemeClr val="tx1">
                    <a:lumMod val="65000"/>
                    <a:lumOff val="35000"/>
                  </a:schemeClr>
                </a:solidFill>
              </a:rPr>
              <a:t>flow</a:t>
            </a:r>
            <a:r>
              <a:rPr lang="en-US" sz="2000" spc="-9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compressor,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55600" indent="-182880">
              <a:lnSpc>
                <a:spcPct val="90000"/>
              </a:lnSpc>
              <a:spcBef>
                <a:spcPts val="2085"/>
              </a:spcBef>
              <a:buClr>
                <a:schemeClr val="accent1"/>
              </a:buClr>
              <a:buSzPct val="80555"/>
              <a:buFont typeface="Wingdings 2" pitchFamily="18" charset="2"/>
              <a:buChar char=""/>
              <a:tabLst>
                <a:tab pos="354965" algn="l"/>
                <a:tab pos="355600" algn="l"/>
              </a:tabLst>
            </a:pPr>
            <a:r>
              <a:rPr lang="en-US" sz="2000" b="1" spc="-20">
                <a:solidFill>
                  <a:schemeClr val="tx1">
                    <a:lumMod val="65000"/>
                    <a:lumOff val="35000"/>
                  </a:schemeClr>
                </a:solidFill>
              </a:rPr>
              <a:t>Rotor.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55600" indent="-182880">
              <a:lnSpc>
                <a:spcPct val="90000"/>
              </a:lnSpc>
              <a:spcBef>
                <a:spcPts val="2080"/>
              </a:spcBef>
              <a:buClr>
                <a:schemeClr val="accent1"/>
              </a:buClr>
              <a:buSzPct val="80555"/>
              <a:buFont typeface="Wingdings 2" pitchFamily="18" charset="2"/>
              <a:buChar char=""/>
              <a:tabLst>
                <a:tab pos="354965" algn="l"/>
                <a:tab pos="355600" algn="l"/>
              </a:tabLst>
            </a:pPr>
            <a:r>
              <a:rPr lang="en-US" sz="2000" b="1" spc="-25">
                <a:solidFill>
                  <a:schemeClr val="tx1">
                    <a:lumMod val="65000"/>
                    <a:lumOff val="35000"/>
                  </a:schemeClr>
                </a:solidFill>
              </a:rPr>
              <a:t>Stator</a:t>
            </a:r>
            <a:r>
              <a:rPr lang="en-US" sz="20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2720" marR="189230">
              <a:lnSpc>
                <a:spcPct val="90000"/>
              </a:lnSpc>
              <a:spcBef>
                <a:spcPts val="994"/>
              </a:spcBef>
              <a:buClr>
                <a:schemeClr val="accent1"/>
              </a:buClr>
              <a:tabLst>
                <a:tab pos="354965" algn="l"/>
              </a:tabLst>
            </a:pPr>
            <a:r>
              <a:rPr lang="en-US" sz="2000" spc="-7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50">
                <a:solidFill>
                  <a:schemeClr val="tx1">
                    <a:lumMod val="65000"/>
                    <a:lumOff val="35000"/>
                  </a:schemeClr>
                </a:solidFill>
              </a:rPr>
              <a:t>rotor </a:t>
            </a:r>
            <a:r>
              <a:rPr lang="en-US" sz="2000" spc="-55">
                <a:solidFill>
                  <a:schemeClr val="tx1">
                    <a:lumMod val="65000"/>
                    <a:lumOff val="35000"/>
                  </a:schemeClr>
                </a:solidFill>
              </a:rPr>
              <a:t>is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40">
                <a:solidFill>
                  <a:schemeClr val="tx1">
                    <a:lumMod val="65000"/>
                    <a:lumOff val="35000"/>
                  </a:schemeClr>
                </a:solidFill>
              </a:rPr>
              <a:t>rotating </a:t>
            </a:r>
            <a:r>
              <a:rPr lang="en-US" sz="20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element </a:t>
            </a:r>
            <a:r>
              <a:rPr lang="en-US" sz="20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of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compressor. </a:t>
            </a:r>
            <a:r>
              <a:rPr lang="en-US" sz="2000" spc="-7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stator </a:t>
            </a:r>
            <a:r>
              <a:rPr lang="en-US" sz="2000" spc="-55">
                <a:solidFill>
                  <a:schemeClr val="tx1">
                    <a:lumMod val="65000"/>
                    <a:lumOff val="35000"/>
                  </a:schemeClr>
                </a:solidFill>
              </a:rPr>
              <a:t>is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fixed </a:t>
            </a:r>
            <a:r>
              <a:rPr lang="en-US" sz="20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element </a:t>
            </a:r>
            <a:r>
              <a:rPr lang="en-US" sz="20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of </a:t>
            </a:r>
            <a:r>
              <a:rPr lang="en-US" sz="20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compressor. </a:t>
            </a:r>
            <a:r>
              <a:rPr lang="en-US" sz="2000" spc="-7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50">
                <a:solidFill>
                  <a:schemeClr val="tx1">
                    <a:lumMod val="65000"/>
                    <a:lumOff val="35000"/>
                  </a:schemeClr>
                </a:solidFill>
              </a:rPr>
              <a:t>rotor  </a:t>
            </a:r>
            <a:r>
              <a:rPr lang="en-US" sz="2000" spc="235">
                <a:solidFill>
                  <a:schemeClr val="tx1">
                    <a:lumMod val="65000"/>
                    <a:lumOff val="35000"/>
                  </a:schemeClr>
                </a:solidFill>
              </a:rPr>
              <a:t>&amp;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stator </a:t>
            </a:r>
            <a:r>
              <a:rPr lang="en-US" sz="20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are </a:t>
            </a:r>
            <a:r>
              <a:rPr lang="en-US" sz="2000" spc="-25">
                <a:solidFill>
                  <a:schemeClr val="tx1">
                    <a:lumMod val="65000"/>
                    <a:lumOff val="35000"/>
                  </a:schemeClr>
                </a:solidFill>
              </a:rPr>
              <a:t>enclosed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in </a:t>
            </a:r>
            <a:r>
              <a:rPr lang="en-US" sz="2000" spc="-90">
                <a:solidFill>
                  <a:schemeClr val="tx1">
                    <a:lumMod val="65000"/>
                    <a:lumOff val="35000"/>
                  </a:schemeClr>
                </a:solidFill>
              </a:rPr>
              <a:t>a </a:t>
            </a:r>
            <a:r>
              <a:rPr lang="en-US" sz="20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compressor</a:t>
            </a:r>
            <a:r>
              <a:rPr lang="en-US" sz="2000" spc="-229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-95">
                <a:solidFill>
                  <a:schemeClr val="tx1">
                    <a:lumMod val="65000"/>
                    <a:lumOff val="35000"/>
                  </a:schemeClr>
                </a:solidFill>
              </a:rPr>
              <a:t>case.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2720" marR="5080">
              <a:lnSpc>
                <a:spcPct val="90000"/>
              </a:lnSpc>
              <a:spcBef>
                <a:spcPts val="1010"/>
              </a:spcBef>
              <a:buClr>
                <a:schemeClr val="accent1"/>
              </a:buClr>
              <a:tabLst>
                <a:tab pos="354965" algn="l"/>
              </a:tabLst>
            </a:pPr>
            <a:r>
              <a:rPr lang="en-US" sz="2000" spc="-65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rotor </a:t>
            </a:r>
            <a:r>
              <a:rPr lang="en-US" sz="2000" spc="-75">
                <a:solidFill>
                  <a:schemeClr val="tx1">
                    <a:lumMod val="65000"/>
                    <a:lumOff val="35000"/>
                  </a:schemeClr>
                </a:solidFill>
              </a:rPr>
              <a:t>has </a:t>
            </a:r>
            <a:r>
              <a:rPr lang="en-US" sz="2000" spc="-85">
                <a:solidFill>
                  <a:schemeClr val="tx1">
                    <a:lumMod val="65000"/>
                    <a:lumOff val="35000"/>
                  </a:schemeClr>
                </a:solidFill>
              </a:rPr>
              <a:t>a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fixed </a:t>
            </a:r>
            <a:r>
              <a:rPr lang="en-US" sz="20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blades </a:t>
            </a:r>
            <a:r>
              <a:rPr lang="en-US" sz="2000" spc="35">
                <a:solidFill>
                  <a:schemeClr val="tx1">
                    <a:lumMod val="65000"/>
                    <a:lumOff val="35000"/>
                  </a:schemeClr>
                </a:solidFill>
              </a:rPr>
              <a:t>that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force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air </a:t>
            </a:r>
            <a:r>
              <a:rPr lang="en-US" sz="2000" spc="-20">
                <a:solidFill>
                  <a:schemeClr val="tx1">
                    <a:lumMod val="65000"/>
                    <a:lumOff val="35000"/>
                  </a:schemeClr>
                </a:solidFill>
              </a:rPr>
              <a:t>rearward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much </a:t>
            </a:r>
            <a:r>
              <a:rPr lang="en-US" sz="20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like </a:t>
            </a:r>
            <a:r>
              <a:rPr lang="en-US" sz="20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an </a:t>
            </a:r>
            <a:r>
              <a:rPr lang="en-US" sz="20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aircraft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propeller. </a:t>
            </a:r>
            <a:r>
              <a:rPr lang="en-US" sz="20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In </a:t>
            </a:r>
            <a:r>
              <a:rPr lang="en-US" sz="20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front of </a:t>
            </a:r>
            <a:r>
              <a:rPr lang="en-US" sz="20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first </a:t>
            </a:r>
            <a:r>
              <a:rPr lang="en-US" sz="20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rotor  </a:t>
            </a:r>
            <a:r>
              <a:rPr lang="en-US" sz="20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stage </a:t>
            </a:r>
            <a:r>
              <a:rPr lang="en-US" sz="2000" spc="-45">
                <a:solidFill>
                  <a:schemeClr val="tx1">
                    <a:lumMod val="65000"/>
                    <a:lumOff val="35000"/>
                  </a:schemeClr>
                </a:solidFill>
              </a:rPr>
              <a:t>are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inlet guide </a:t>
            </a:r>
            <a:r>
              <a:rPr lang="en-US" sz="2000" spc="-75">
                <a:solidFill>
                  <a:schemeClr val="tx1">
                    <a:lumMod val="65000"/>
                    <a:lumOff val="35000"/>
                  </a:schemeClr>
                </a:solidFill>
              </a:rPr>
              <a:t>vanes. </a:t>
            </a:r>
            <a:r>
              <a:rPr lang="en-US" sz="2000" spc="-85">
                <a:solidFill>
                  <a:schemeClr val="tx1">
                    <a:lumMod val="65000"/>
                    <a:lumOff val="35000"/>
                  </a:schemeClr>
                </a:solidFill>
              </a:rPr>
              <a:t>These </a:t>
            </a:r>
            <a:r>
              <a:rPr lang="en-US" sz="2000" spc="-65">
                <a:solidFill>
                  <a:schemeClr val="tx1">
                    <a:lumMod val="65000"/>
                    <a:lumOff val="35000"/>
                  </a:schemeClr>
                </a:solidFill>
              </a:rPr>
              <a:t>vanes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direct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-5">
                <a:solidFill>
                  <a:schemeClr val="tx1">
                    <a:lumMod val="65000"/>
                    <a:lumOff val="35000"/>
                  </a:schemeClr>
                </a:solidFill>
              </a:rPr>
              <a:t>intake </a:t>
            </a:r>
            <a:r>
              <a:rPr lang="en-US" sz="2000" spc="-15">
                <a:solidFill>
                  <a:schemeClr val="tx1">
                    <a:lumMod val="65000"/>
                    <a:lumOff val="35000"/>
                  </a:schemeClr>
                </a:solidFill>
              </a:rPr>
              <a:t>air </a:t>
            </a:r>
            <a:r>
              <a:rPr lang="en-US" sz="2000" spc="25">
                <a:solidFill>
                  <a:schemeClr val="tx1">
                    <a:lumMod val="65000"/>
                    <a:lumOff val="35000"/>
                  </a:schemeClr>
                </a:solidFill>
              </a:rPr>
              <a:t>toward </a:t>
            </a:r>
            <a:r>
              <a:rPr lang="en-US" sz="2000" spc="2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0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first </a:t>
            </a:r>
            <a:r>
              <a:rPr lang="en-US" sz="2000" spc="-35">
                <a:solidFill>
                  <a:schemeClr val="tx1">
                    <a:lumMod val="65000"/>
                    <a:lumOff val="35000"/>
                  </a:schemeClr>
                </a:solidFill>
              </a:rPr>
              <a:t>set </a:t>
            </a:r>
            <a:r>
              <a:rPr lang="en-US" sz="2000" spc="55">
                <a:solidFill>
                  <a:schemeClr val="tx1">
                    <a:lumMod val="65000"/>
                    <a:lumOff val="35000"/>
                  </a:schemeClr>
                </a:solidFill>
              </a:rPr>
              <a:t>of </a:t>
            </a:r>
            <a:r>
              <a:rPr lang="en-US" sz="2000" spc="50">
                <a:solidFill>
                  <a:schemeClr val="tx1">
                    <a:lumMod val="65000"/>
                    <a:lumOff val="35000"/>
                  </a:schemeClr>
                </a:solidFill>
              </a:rPr>
              <a:t>rotor </a:t>
            </a:r>
            <a:r>
              <a:rPr lang="en-US" sz="20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blades </a:t>
            </a:r>
            <a:r>
              <a:rPr lang="en-US" sz="2000" spc="10">
                <a:solidFill>
                  <a:schemeClr val="tx1">
                    <a:lumMod val="65000"/>
                    <a:lumOff val="35000"/>
                  </a:schemeClr>
                </a:solidFill>
              </a:rPr>
              <a:t>directly  </a:t>
            </a:r>
            <a:r>
              <a:rPr lang="en-US" sz="2000" spc="15">
                <a:solidFill>
                  <a:schemeClr val="tx1">
                    <a:lumMod val="65000"/>
                    <a:lumOff val="35000"/>
                  </a:schemeClr>
                </a:solidFill>
              </a:rPr>
              <a:t>behind </a:t>
            </a:r>
            <a:r>
              <a:rPr lang="en-US" sz="2000" spc="-55">
                <a:solidFill>
                  <a:schemeClr val="tx1">
                    <a:lumMod val="65000"/>
                    <a:lumOff val="35000"/>
                  </a:schemeClr>
                </a:solidFill>
              </a:rPr>
              <a:t>each </a:t>
            </a:r>
            <a:r>
              <a:rPr lang="en-US" sz="2000" spc="50">
                <a:solidFill>
                  <a:schemeClr val="tx1">
                    <a:lumMod val="65000"/>
                    <a:lumOff val="35000"/>
                  </a:schemeClr>
                </a:solidFill>
              </a:rPr>
              <a:t>rotor </a:t>
            </a:r>
            <a:r>
              <a:rPr lang="en-US" sz="20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stage </a:t>
            </a:r>
            <a:r>
              <a:rPr lang="en-US" sz="2000" spc="-55">
                <a:solidFill>
                  <a:schemeClr val="tx1">
                    <a:lumMod val="65000"/>
                    <a:lumOff val="35000"/>
                  </a:schemeClr>
                </a:solidFill>
              </a:rPr>
              <a:t>is </a:t>
            </a:r>
            <a:r>
              <a:rPr lang="en-US" sz="2000" spc="-90">
                <a:solidFill>
                  <a:schemeClr val="tx1">
                    <a:lumMod val="65000"/>
                    <a:lumOff val="35000"/>
                  </a:schemeClr>
                </a:solidFill>
              </a:rPr>
              <a:t>a</a:t>
            </a:r>
            <a:r>
              <a:rPr lang="en-US" sz="2000" spc="-3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spc="-10">
                <a:solidFill>
                  <a:schemeClr val="tx1">
                    <a:lumMod val="65000"/>
                    <a:lumOff val="35000"/>
                  </a:schemeClr>
                </a:solidFill>
              </a:rPr>
              <a:t>stator.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object 4"/>
          <p:cNvSpPr txBox="1"/>
          <p:nvPr/>
        </p:nvSpPr>
        <p:spPr>
          <a:xfrm>
            <a:off x="10567543" y="460705"/>
            <a:ext cx="409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5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lang="en-US"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66172" y="2995665"/>
            <a:ext cx="3827104" cy="56682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3600" b="1" spc="135">
                <a:solidFill>
                  <a:schemeClr val="bg1"/>
                </a:solidFill>
                <a:latin typeface="Arial"/>
                <a:cs typeface="Arial"/>
              </a:rPr>
              <a:t>Main </a:t>
            </a:r>
            <a:r>
              <a:rPr lang="en-US" sz="3600" b="1" spc="15">
                <a:solidFill>
                  <a:schemeClr val="bg1"/>
                </a:solidFill>
                <a:latin typeface="Arial"/>
                <a:cs typeface="Arial"/>
              </a:rPr>
              <a:t>Parts</a:t>
            </a:r>
            <a:r>
              <a:rPr lang="en-US" sz="3600" b="1" spc="-270">
                <a:solidFill>
                  <a:schemeClr val="bg1"/>
                </a:solidFill>
                <a:latin typeface="Arial"/>
                <a:cs typeface="Arial"/>
              </a:rPr>
              <a:t> </a:t>
            </a:r>
            <a:endParaRPr lang="en-US" sz="3600" b="1" spc="-25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91388" y="2897475"/>
            <a:ext cx="6337107" cy="33992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473476" y="155905"/>
            <a:ext cx="409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66C2FC-7A21-484C-9066-8CF7887F9485}"/>
              </a:ext>
            </a:extLst>
          </p:cNvPr>
          <p:cNvSpPr txBox="1"/>
          <p:nvPr/>
        </p:nvSpPr>
        <p:spPr>
          <a:xfrm>
            <a:off x="4411133" y="1083733"/>
            <a:ext cx="59944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The stator directs the air rearward to the next rotor stage. Each  consecutive pair of rotor &amp; stator blades constitutes a pressure  stage.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425" y="2590576"/>
            <a:ext cx="291592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25">
                <a:solidFill>
                  <a:schemeClr val="bg1"/>
                </a:solidFill>
              </a:rPr>
              <a:t>Stalling </a:t>
            </a:r>
            <a:r>
              <a:rPr lang="en-US" b="1" spc="-200">
                <a:solidFill>
                  <a:schemeClr val="bg1"/>
                </a:solidFill>
              </a:rPr>
              <a:t>of </a:t>
            </a:r>
            <a:r>
              <a:rPr lang="en-US" b="1" spc="45">
                <a:solidFill>
                  <a:schemeClr val="bg1"/>
                </a:solidFill>
              </a:rPr>
              <a:t>Axial </a:t>
            </a:r>
            <a:r>
              <a:rPr lang="en-US" b="1" spc="-15">
                <a:solidFill>
                  <a:schemeClr val="bg1"/>
                </a:solidFill>
              </a:rPr>
              <a:t>Flow</a:t>
            </a:r>
            <a:r>
              <a:rPr lang="en-US" b="1" spc="-204">
                <a:solidFill>
                  <a:schemeClr val="bg1"/>
                </a:solidFill>
              </a:rPr>
              <a:t> </a:t>
            </a:r>
            <a:r>
              <a:rPr lang="en-US" b="1" spc="-145">
                <a:solidFill>
                  <a:schemeClr val="bg1"/>
                </a:solidFill>
              </a:rPr>
              <a:t>Compressor</a:t>
            </a:r>
            <a:endParaRPr lang="en-US" b="1" spc="-145">
              <a:solidFill>
                <a:schemeClr val="bg1"/>
              </a:solidFill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47380" y="1096349"/>
            <a:ext cx="7521575" cy="39600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235">
                <a:solidFill>
                  <a:srgbClr val="B31166"/>
                </a:solidFill>
                <a:latin typeface="Arial"/>
                <a:cs typeface="Arial"/>
              </a:rPr>
              <a:t>	</a:t>
            </a:r>
            <a:r>
              <a:rPr sz="1800" spc="-10">
                <a:solidFill>
                  <a:srgbClr val="404040"/>
                </a:solidFill>
                <a:latin typeface="Arial"/>
                <a:cs typeface="Arial"/>
              </a:rPr>
              <a:t>Stalling </a:t>
            </a:r>
            <a:r>
              <a:rPr sz="1800" spc="-55">
                <a:solidFill>
                  <a:srgbClr val="404040"/>
                </a:solidFill>
                <a:latin typeface="Arial"/>
                <a:cs typeface="Arial"/>
              </a:rPr>
              <a:t>is </a:t>
            </a:r>
            <a:r>
              <a:rPr sz="1800" spc="-35">
                <a:solidFill>
                  <a:srgbClr val="404040"/>
                </a:solidFill>
                <a:latin typeface="Arial"/>
                <a:cs typeface="Arial"/>
              </a:rPr>
              <a:t>an </a:t>
            </a:r>
            <a:r>
              <a:rPr sz="1800" spc="35">
                <a:solidFill>
                  <a:srgbClr val="404040"/>
                </a:solidFill>
                <a:latin typeface="Arial"/>
                <a:cs typeface="Arial"/>
              </a:rPr>
              <a:t>important </a:t>
            </a:r>
            <a:r>
              <a:rPr sz="1800" spc="15">
                <a:solidFill>
                  <a:srgbClr val="404040"/>
                </a:solidFill>
                <a:latin typeface="Arial"/>
                <a:cs typeface="Arial"/>
              </a:rPr>
              <a:t>phenomenon </a:t>
            </a:r>
            <a:r>
              <a:rPr sz="1800" spc="35">
                <a:solidFill>
                  <a:srgbClr val="404040"/>
                </a:solidFill>
                <a:latin typeface="Arial"/>
                <a:cs typeface="Arial"/>
              </a:rPr>
              <a:t>that </a:t>
            </a:r>
            <a:r>
              <a:rPr sz="1800" spc="-20">
                <a:solidFill>
                  <a:srgbClr val="404040"/>
                </a:solidFill>
                <a:latin typeface="Arial"/>
                <a:cs typeface="Arial"/>
              </a:rPr>
              <a:t>affects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performance </a:t>
            </a:r>
            <a:r>
              <a:rPr sz="1800" spc="55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compressor. </a:t>
            </a:r>
            <a:r>
              <a:rPr sz="1800" spc="-15">
                <a:solidFill>
                  <a:srgbClr val="404040"/>
                </a:solidFill>
                <a:latin typeface="Arial"/>
                <a:cs typeface="Arial"/>
              </a:rPr>
              <a:t>An </a:t>
            </a:r>
            <a:r>
              <a:rPr sz="1800" spc="-55">
                <a:solidFill>
                  <a:srgbClr val="404040"/>
                </a:solidFill>
                <a:latin typeface="Arial"/>
                <a:cs typeface="Arial"/>
              </a:rPr>
              <a:t>analysis is </a:t>
            </a:r>
            <a:r>
              <a:rPr sz="1800" spc="-15">
                <a:solidFill>
                  <a:srgbClr val="404040"/>
                </a:solidFill>
                <a:latin typeface="Arial"/>
                <a:cs typeface="Arial"/>
              </a:rPr>
              <a:t>made  </a:t>
            </a:r>
            <a:r>
              <a:rPr sz="1800" spc="55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800" spc="40">
                <a:solidFill>
                  <a:srgbClr val="404040"/>
                </a:solidFill>
                <a:latin typeface="Arial"/>
                <a:cs typeface="Arial"/>
              </a:rPr>
              <a:t>rotating </a:t>
            </a:r>
            <a:r>
              <a:rPr sz="1800" spc="-15">
                <a:solidFill>
                  <a:srgbClr val="404040"/>
                </a:solidFill>
                <a:latin typeface="Arial"/>
                <a:cs typeface="Arial"/>
              </a:rPr>
              <a:t>stall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in </a:t>
            </a:r>
            <a:r>
              <a:rPr sz="1800" spc="-30">
                <a:solidFill>
                  <a:srgbClr val="404040"/>
                </a:solidFill>
                <a:latin typeface="Arial"/>
                <a:cs typeface="Arial"/>
              </a:rPr>
              <a:t>compressors </a:t>
            </a:r>
            <a:r>
              <a:rPr sz="1800" spc="55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800" spc="-20">
                <a:solidFill>
                  <a:srgbClr val="404040"/>
                </a:solidFill>
                <a:latin typeface="Arial"/>
                <a:cs typeface="Arial"/>
              </a:rPr>
              <a:t>many </a:t>
            </a:r>
            <a:r>
              <a:rPr sz="1800" spc="-60">
                <a:solidFill>
                  <a:srgbClr val="404040"/>
                </a:solidFill>
                <a:latin typeface="Arial"/>
                <a:cs typeface="Arial"/>
              </a:rPr>
              <a:t>stages, </a:t>
            </a:r>
            <a:r>
              <a:rPr sz="1800" spc="35">
                <a:solidFill>
                  <a:srgbClr val="404040"/>
                </a:solidFill>
                <a:latin typeface="Arial"/>
                <a:cs typeface="Arial"/>
              </a:rPr>
              <a:t>finding </a:t>
            </a:r>
            <a:r>
              <a:rPr sz="1800" spc="10">
                <a:solidFill>
                  <a:srgbClr val="404040"/>
                </a:solidFill>
                <a:latin typeface="Arial"/>
                <a:cs typeface="Arial"/>
              </a:rPr>
              <a:t>conditions under </a:t>
            </a:r>
            <a:r>
              <a:rPr sz="1800" spc="-5">
                <a:solidFill>
                  <a:srgbClr val="404040"/>
                </a:solidFill>
                <a:latin typeface="Arial"/>
                <a:cs typeface="Arial"/>
              </a:rPr>
              <a:t>which </a:t>
            </a:r>
            <a:r>
              <a:rPr sz="1800" spc="-90">
                <a:solidFill>
                  <a:srgbClr val="404040"/>
                </a:solidFill>
                <a:latin typeface="Arial"/>
                <a:cs typeface="Arial"/>
              </a:rPr>
              <a:t>a </a:t>
            </a:r>
            <a:r>
              <a:rPr sz="1800" spc="35">
                <a:solidFill>
                  <a:srgbClr val="404040"/>
                </a:solidFill>
                <a:latin typeface="Arial"/>
                <a:cs typeface="Arial"/>
              </a:rPr>
              <a:t>flow distortion </a:t>
            </a:r>
            <a:r>
              <a:rPr sz="1800" spc="-50">
                <a:solidFill>
                  <a:srgbClr val="404040"/>
                </a:solidFill>
                <a:latin typeface="Arial"/>
                <a:cs typeface="Arial"/>
              </a:rPr>
              <a:t>can </a:t>
            </a:r>
            <a:r>
              <a:rPr sz="1800" spc="-10">
                <a:solidFill>
                  <a:srgbClr val="404040"/>
                </a:solidFill>
                <a:latin typeface="Arial"/>
                <a:cs typeface="Arial"/>
              </a:rPr>
              <a:t>occur  </a:t>
            </a:r>
            <a:r>
              <a:rPr sz="1800" spc="-5">
                <a:solidFill>
                  <a:srgbClr val="404040"/>
                </a:solidFill>
                <a:latin typeface="Arial"/>
                <a:cs typeface="Arial"/>
              </a:rPr>
              <a:t>which </a:t>
            </a:r>
            <a:r>
              <a:rPr sz="1800" spc="-60">
                <a:solidFill>
                  <a:srgbClr val="404040"/>
                </a:solidFill>
                <a:latin typeface="Arial"/>
                <a:cs typeface="Arial"/>
              </a:rPr>
              <a:t>is 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steady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in </a:t>
            </a:r>
            <a:r>
              <a:rPr sz="1800" spc="-90">
                <a:solidFill>
                  <a:srgbClr val="404040"/>
                </a:solidFill>
                <a:latin typeface="Arial"/>
                <a:cs typeface="Arial"/>
              </a:rPr>
              <a:t>a </a:t>
            </a:r>
            <a:r>
              <a:rPr sz="1800" spc="5">
                <a:solidFill>
                  <a:srgbClr val="404040"/>
                </a:solidFill>
                <a:latin typeface="Arial"/>
                <a:cs typeface="Arial"/>
              </a:rPr>
              <a:t>traveling 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reference frame, </a:t>
            </a:r>
            <a:r>
              <a:rPr sz="1800" spc="-40">
                <a:solidFill>
                  <a:srgbClr val="404040"/>
                </a:solidFill>
                <a:latin typeface="Arial"/>
                <a:cs typeface="Arial"/>
              </a:rPr>
              <a:t>even </a:t>
            </a:r>
            <a:r>
              <a:rPr sz="1800" spc="45">
                <a:solidFill>
                  <a:srgbClr val="404040"/>
                </a:solidFill>
                <a:latin typeface="Arial"/>
                <a:cs typeface="Arial"/>
              </a:rPr>
              <a:t>though </a:t>
            </a:r>
            <a:r>
              <a:rPr sz="1800" spc="-5">
                <a:solidFill>
                  <a:srgbClr val="404040"/>
                </a:solidFill>
                <a:latin typeface="Arial"/>
                <a:cs typeface="Arial"/>
              </a:rPr>
              <a:t>upstream </a:t>
            </a:r>
            <a:r>
              <a:rPr sz="1800" spc="40">
                <a:solidFill>
                  <a:srgbClr val="404040"/>
                </a:solidFill>
                <a:latin typeface="Arial"/>
                <a:cs typeface="Arial"/>
              </a:rPr>
              <a:t>total </a:t>
            </a:r>
            <a:r>
              <a:rPr sz="1800" spc="-10">
                <a:solidFill>
                  <a:srgbClr val="404040"/>
                </a:solidFill>
                <a:latin typeface="Arial"/>
                <a:cs typeface="Arial"/>
              </a:rPr>
              <a:t>and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downstream </a:t>
            </a:r>
            <a:r>
              <a:rPr sz="1800" spc="-10">
                <a:solidFill>
                  <a:srgbClr val="404040"/>
                </a:solidFill>
                <a:latin typeface="Arial"/>
                <a:cs typeface="Arial"/>
              </a:rPr>
              <a:t>static  </a:t>
            </a:r>
            <a:r>
              <a:rPr sz="1800" spc="-40">
                <a:solidFill>
                  <a:srgbClr val="404040"/>
                </a:solidFill>
                <a:latin typeface="Arial"/>
                <a:cs typeface="Arial"/>
              </a:rPr>
              <a:t>pressure </a:t>
            </a:r>
            <a:r>
              <a:rPr sz="1800" spc="-45">
                <a:solidFill>
                  <a:srgbClr val="404040"/>
                </a:solidFill>
                <a:latin typeface="Arial"/>
                <a:cs typeface="Arial"/>
              </a:rPr>
              <a:t>are</a:t>
            </a:r>
            <a:r>
              <a:rPr sz="1800" spc="-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5">
                <a:solidFill>
                  <a:srgbClr val="404040"/>
                </a:solidFill>
                <a:latin typeface="Arial"/>
                <a:cs typeface="Arial"/>
              </a:rPr>
              <a:t>constant.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0"/>
              </a:spcBef>
              <a:tabLst>
                <a:tab pos="354965" algn="l"/>
              </a:tabLst>
            </a:pPr>
            <a:r>
              <a:rPr sz="1450" spc="235">
                <a:solidFill>
                  <a:srgbClr val="B31166"/>
                </a:solidFill>
                <a:latin typeface="Arial"/>
                <a:cs typeface="Arial"/>
              </a:rPr>
              <a:t>	</a:t>
            </a:r>
            <a:r>
              <a:rPr sz="1800" spc="-5">
                <a:solidFill>
                  <a:srgbClr val="404040"/>
                </a:solidFill>
                <a:latin typeface="Arial"/>
                <a:cs typeface="Arial"/>
              </a:rPr>
              <a:t>In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compressor, </a:t>
            </a:r>
            <a:r>
              <a:rPr sz="1800" spc="-90">
                <a:solidFill>
                  <a:srgbClr val="404040"/>
                </a:solidFill>
                <a:latin typeface="Arial"/>
                <a:cs typeface="Arial"/>
              </a:rPr>
              <a:t>a 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pressure-rise </a:t>
            </a:r>
            <a:r>
              <a:rPr sz="1800" spc="-40">
                <a:solidFill>
                  <a:srgbClr val="404040"/>
                </a:solidFill>
                <a:latin typeface="Arial"/>
                <a:cs typeface="Arial"/>
              </a:rPr>
              <a:t>hysteresis </a:t>
            </a:r>
            <a:r>
              <a:rPr sz="1800" spc="-55">
                <a:solidFill>
                  <a:srgbClr val="404040"/>
                </a:solidFill>
                <a:latin typeface="Arial"/>
                <a:cs typeface="Arial"/>
              </a:rPr>
              <a:t>is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55">
                <a:solidFill>
                  <a:srgbClr val="404040"/>
                </a:solidFill>
                <a:latin typeface="Arial"/>
                <a:cs typeface="Arial"/>
              </a:rPr>
              <a:t>assumed.</a:t>
            </a:r>
            <a:endParaRPr sz="1800">
              <a:latin typeface="Arial"/>
              <a:cs typeface="Arial"/>
            </a:endParaRPr>
          </a:p>
          <a:p>
            <a:pPr marL="355600" marR="648335" indent="-342900">
              <a:lnSpc>
                <a:spcPct val="15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450" spc="235">
                <a:solidFill>
                  <a:srgbClr val="B31166"/>
                </a:solidFill>
                <a:latin typeface="Arial"/>
                <a:cs typeface="Arial"/>
              </a:rPr>
              <a:t>	</a:t>
            </a:r>
            <a:r>
              <a:rPr sz="1800" spc="40">
                <a:solidFill>
                  <a:srgbClr val="404040"/>
                </a:solidFill>
                <a:latin typeface="Arial"/>
                <a:cs typeface="Arial"/>
              </a:rPr>
              <a:t>It </a:t>
            </a:r>
            <a:r>
              <a:rPr sz="1800" spc="-55">
                <a:solidFill>
                  <a:srgbClr val="404040"/>
                </a:solidFill>
                <a:latin typeface="Arial"/>
                <a:cs typeface="Arial"/>
              </a:rPr>
              <a:t>is </a:t>
            </a:r>
            <a:r>
              <a:rPr sz="1800" spc="-90">
                <a:solidFill>
                  <a:srgbClr val="404040"/>
                </a:solidFill>
                <a:latin typeface="Arial"/>
                <a:cs typeface="Arial"/>
              </a:rPr>
              <a:t>a </a:t>
            </a:r>
            <a:r>
              <a:rPr sz="1800" spc="10">
                <a:solidFill>
                  <a:srgbClr val="404040"/>
                </a:solidFill>
                <a:latin typeface="Arial"/>
                <a:cs typeface="Arial"/>
              </a:rPr>
              <a:t>situation </a:t>
            </a:r>
            <a:r>
              <a:rPr sz="1800" spc="55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800" spc="-15">
                <a:solidFill>
                  <a:srgbClr val="404040"/>
                </a:solidFill>
                <a:latin typeface="Arial"/>
                <a:cs typeface="Arial"/>
              </a:rPr>
              <a:t>separation </a:t>
            </a:r>
            <a:r>
              <a:rPr sz="1800" spc="55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800" spc="-15">
                <a:solidFill>
                  <a:srgbClr val="404040"/>
                </a:solidFill>
                <a:latin typeface="Arial"/>
                <a:cs typeface="Arial"/>
              </a:rPr>
              <a:t>air </a:t>
            </a:r>
            <a:r>
              <a:rPr sz="1800" spc="35">
                <a:solidFill>
                  <a:srgbClr val="404040"/>
                </a:solidFill>
                <a:latin typeface="Arial"/>
                <a:cs typeface="Arial"/>
              </a:rPr>
              <a:t>flow </a:t>
            </a:r>
            <a:r>
              <a:rPr sz="1800" spc="10">
                <a:solidFill>
                  <a:srgbClr val="404040"/>
                </a:solidFill>
                <a:latin typeface="Arial"/>
                <a:cs typeface="Arial"/>
              </a:rPr>
              <a:t>at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1800" spc="25">
                <a:solidFill>
                  <a:srgbClr val="404040"/>
                </a:solidFill>
                <a:latin typeface="Arial"/>
                <a:cs typeface="Arial"/>
              </a:rPr>
              <a:t>aero-foil </a:t>
            </a:r>
            <a:r>
              <a:rPr sz="1800" spc="-30">
                <a:solidFill>
                  <a:srgbClr val="404040"/>
                </a:solidFill>
                <a:latin typeface="Arial"/>
                <a:cs typeface="Arial"/>
              </a:rPr>
              <a:t>blades </a:t>
            </a:r>
            <a:r>
              <a:rPr sz="1800" spc="55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compressor. </a:t>
            </a:r>
            <a:r>
              <a:rPr sz="1800" spc="-65">
                <a:solidFill>
                  <a:srgbClr val="404040"/>
                </a:solidFill>
                <a:latin typeface="Arial"/>
                <a:cs typeface="Arial"/>
              </a:rPr>
              <a:t>This</a:t>
            </a:r>
            <a:r>
              <a:rPr sz="1800" spc="-28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15">
                <a:solidFill>
                  <a:srgbClr val="404040"/>
                </a:solidFill>
                <a:latin typeface="Arial"/>
                <a:cs typeface="Arial"/>
              </a:rPr>
              <a:t>phenomenon  depending </a:t>
            </a:r>
            <a:r>
              <a:rPr sz="1800" spc="35">
                <a:solidFill>
                  <a:srgbClr val="404040"/>
                </a:solidFill>
                <a:latin typeface="Arial"/>
                <a:cs typeface="Arial"/>
              </a:rPr>
              <a:t>upon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the blade-profile </a:t>
            </a:r>
            <a:r>
              <a:rPr sz="1800" spc="-45">
                <a:solidFill>
                  <a:srgbClr val="404040"/>
                </a:solidFill>
                <a:latin typeface="Arial"/>
                <a:cs typeface="Arial"/>
              </a:rPr>
              <a:t>leads </a:t>
            </a:r>
            <a:r>
              <a:rPr sz="1800" spc="80">
                <a:solidFill>
                  <a:srgbClr val="404040"/>
                </a:solidFill>
                <a:latin typeface="Arial"/>
                <a:cs typeface="Arial"/>
              </a:rPr>
              <a:t>to </a:t>
            </a:r>
            <a:r>
              <a:rPr sz="1800" spc="-10">
                <a:solidFill>
                  <a:srgbClr val="404040"/>
                </a:solidFill>
                <a:latin typeface="Arial"/>
                <a:cs typeface="Arial"/>
              </a:rPr>
              <a:t>reduced </a:t>
            </a:r>
            <a:r>
              <a:rPr sz="1800" spc="-15">
                <a:solidFill>
                  <a:srgbClr val="404040"/>
                </a:solidFill>
                <a:latin typeface="Arial"/>
                <a:cs typeface="Arial"/>
              </a:rPr>
              <a:t>compression </a:t>
            </a:r>
            <a:r>
              <a:rPr sz="1800" spc="-10">
                <a:solidFill>
                  <a:srgbClr val="404040"/>
                </a:solidFill>
                <a:latin typeface="Arial"/>
                <a:cs typeface="Arial"/>
              </a:rPr>
              <a:t>and </a:t>
            </a:r>
            <a:r>
              <a:rPr sz="1800" spc="45">
                <a:solidFill>
                  <a:srgbClr val="404040"/>
                </a:solidFill>
                <a:latin typeface="Arial"/>
                <a:cs typeface="Arial"/>
              </a:rPr>
              <a:t>drop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in </a:t>
            </a:r>
            <a:r>
              <a:rPr sz="1800" spc="-5">
                <a:solidFill>
                  <a:srgbClr val="404040"/>
                </a:solidFill>
                <a:latin typeface="Arial"/>
                <a:cs typeface="Arial"/>
              </a:rPr>
              <a:t>engine</a:t>
            </a:r>
            <a:r>
              <a:rPr sz="1800" spc="-25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404040"/>
                </a:solidFill>
                <a:latin typeface="Arial"/>
                <a:cs typeface="Arial"/>
              </a:rPr>
              <a:t>power.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67543" y="460705"/>
            <a:ext cx="409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>
                <a:solidFill>
                  <a:srgbClr val="FFFFFF"/>
                </a:solidFill>
                <a:latin typeface="Arial"/>
                <a:cs typeface="Arial"/>
              </a:rPr>
              <a:t>14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0284" y="2904774"/>
            <a:ext cx="17157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130">
                <a:solidFill>
                  <a:schemeClr val="bg1"/>
                </a:solidFill>
              </a:rPr>
              <a:t>S</a:t>
            </a:r>
            <a:r>
              <a:rPr lang="en-US" b="1" spc="120">
                <a:solidFill>
                  <a:schemeClr val="bg1"/>
                </a:solidFill>
              </a:rPr>
              <a:t>u</a:t>
            </a:r>
            <a:r>
              <a:rPr lang="en-US" b="1" spc="90">
                <a:solidFill>
                  <a:schemeClr val="bg1"/>
                </a:solidFill>
              </a:rPr>
              <a:t>r</a:t>
            </a:r>
            <a:r>
              <a:rPr lang="en-US" b="1" spc="-265">
                <a:solidFill>
                  <a:schemeClr val="bg1"/>
                </a:solidFill>
              </a:rPr>
              <a:t>g</a:t>
            </a:r>
            <a:r>
              <a:rPr lang="en-US" b="1" spc="40">
                <a:solidFill>
                  <a:schemeClr val="bg1"/>
                </a:solidFill>
              </a:rPr>
              <a:t>i</a:t>
            </a:r>
            <a:r>
              <a:rPr lang="en-US" b="1" spc="100">
                <a:solidFill>
                  <a:schemeClr val="bg1"/>
                </a:solidFill>
              </a:rPr>
              <a:t>n</a:t>
            </a:r>
            <a:r>
              <a:rPr lang="en-US" b="1" spc="-27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62479" y="111212"/>
            <a:ext cx="8149304" cy="43729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715" indent="-342900" algn="just">
              <a:lnSpc>
                <a:spcPct val="150000"/>
              </a:lnSpc>
              <a:spcBef>
                <a:spcPts val="100"/>
              </a:spcBef>
            </a:pPr>
            <a:r>
              <a:rPr sz="1450" spc="235">
                <a:solidFill>
                  <a:srgbClr val="B31166"/>
                </a:solidFill>
                <a:latin typeface="Arial"/>
                <a:cs typeface="Arial"/>
              </a:rPr>
              <a:t> </a:t>
            </a:r>
            <a:r>
              <a:rPr sz="1800" spc="-5">
                <a:solidFill>
                  <a:srgbClr val="404040"/>
                </a:solidFill>
                <a:latin typeface="Arial"/>
                <a:cs typeface="Arial"/>
              </a:rPr>
              <a:t>In </a:t>
            </a:r>
            <a:r>
              <a:rPr sz="1800" spc="15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1800" spc="60">
                <a:solidFill>
                  <a:srgbClr val="404040"/>
                </a:solidFill>
                <a:latin typeface="Arial"/>
                <a:cs typeface="Arial"/>
              </a:rPr>
              <a:t>plot </a:t>
            </a:r>
            <a:r>
              <a:rPr sz="1800" spc="55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800" spc="-5">
                <a:solidFill>
                  <a:srgbClr val="404040"/>
                </a:solidFill>
                <a:latin typeface="Arial"/>
                <a:cs typeface="Arial"/>
              </a:rPr>
              <a:t>pressure-flow rate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line </a:t>
            </a:r>
            <a:r>
              <a:rPr sz="1800" spc="-10">
                <a:solidFill>
                  <a:srgbClr val="404040"/>
                </a:solidFill>
                <a:latin typeface="Arial"/>
                <a:cs typeface="Arial"/>
              </a:rPr>
              <a:t>separating </a:t>
            </a:r>
            <a:r>
              <a:rPr sz="1800" spc="10">
                <a:solidFill>
                  <a:srgbClr val="404040"/>
                </a:solidFill>
                <a:latin typeface="Arial"/>
                <a:cs typeface="Arial"/>
              </a:rPr>
              <a:t>graph </a:t>
            </a:r>
            <a:r>
              <a:rPr sz="1800" spc="-5">
                <a:solidFill>
                  <a:srgbClr val="404040"/>
                </a:solidFill>
                <a:latin typeface="Arial"/>
                <a:cs typeface="Arial"/>
              </a:rPr>
              <a:t>between </a:t>
            </a:r>
            <a:r>
              <a:rPr sz="1800" spc="50">
                <a:solidFill>
                  <a:srgbClr val="404040"/>
                </a:solidFill>
                <a:latin typeface="Arial"/>
                <a:cs typeface="Arial"/>
              </a:rPr>
              <a:t>two </a:t>
            </a:r>
            <a:r>
              <a:rPr sz="1800" spc="10">
                <a:solidFill>
                  <a:srgbClr val="404040"/>
                </a:solidFill>
                <a:latin typeface="Arial"/>
                <a:cs typeface="Arial"/>
              </a:rPr>
              <a:t>regions- </a:t>
            </a:r>
            <a:r>
              <a:rPr sz="1800" spc="-15">
                <a:solidFill>
                  <a:srgbClr val="404040"/>
                </a:solidFill>
                <a:latin typeface="Arial"/>
                <a:cs typeface="Arial"/>
              </a:rPr>
              <a:t>unstable </a:t>
            </a:r>
            <a:r>
              <a:rPr sz="1800" spc="-5">
                <a:solidFill>
                  <a:srgbClr val="404040"/>
                </a:solidFill>
                <a:latin typeface="Arial"/>
                <a:cs typeface="Arial"/>
              </a:rPr>
              <a:t>and </a:t>
            </a:r>
            <a:r>
              <a:rPr sz="1800" spc="-15">
                <a:solidFill>
                  <a:srgbClr val="404040"/>
                </a:solidFill>
                <a:latin typeface="Arial"/>
                <a:cs typeface="Arial"/>
              </a:rPr>
              <a:t>stable </a:t>
            </a:r>
            <a:r>
              <a:rPr sz="1800" spc="-204">
                <a:solidFill>
                  <a:srgbClr val="404040"/>
                </a:solidFill>
                <a:latin typeface="Arial"/>
                <a:cs typeface="Arial"/>
              </a:rPr>
              <a:t>is  </a:t>
            </a:r>
            <a:r>
              <a:rPr sz="1800" spc="15">
                <a:solidFill>
                  <a:srgbClr val="404040"/>
                </a:solidFill>
                <a:latin typeface="Arial"/>
                <a:cs typeface="Arial"/>
              </a:rPr>
              <a:t>known </a:t>
            </a:r>
            <a:r>
              <a:rPr sz="1800" spc="-114">
                <a:solidFill>
                  <a:srgbClr val="404040"/>
                </a:solidFill>
                <a:latin typeface="Arial"/>
                <a:cs typeface="Arial"/>
              </a:rPr>
              <a:t>as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1800" spc="-45">
                <a:solidFill>
                  <a:srgbClr val="404040"/>
                </a:solidFill>
                <a:latin typeface="Arial"/>
                <a:cs typeface="Arial"/>
              </a:rPr>
              <a:t>Surge</a:t>
            </a:r>
            <a:r>
              <a:rPr sz="1800" spc="-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55">
                <a:solidFill>
                  <a:srgbClr val="404040"/>
                </a:solidFill>
                <a:latin typeface="Arial"/>
                <a:cs typeface="Arial"/>
              </a:rPr>
              <a:t>Line.</a:t>
            </a:r>
            <a:endParaRPr sz="1800">
              <a:latin typeface="Arial"/>
              <a:cs typeface="Arial"/>
            </a:endParaRPr>
          </a:p>
          <a:p>
            <a:pPr marL="355600" marR="5080" indent="-342900" algn="just">
              <a:lnSpc>
                <a:spcPct val="150000"/>
              </a:lnSpc>
              <a:spcBef>
                <a:spcPts val="1005"/>
              </a:spcBef>
            </a:pPr>
            <a:r>
              <a:rPr sz="1450" spc="235">
                <a:solidFill>
                  <a:srgbClr val="B31166"/>
                </a:solidFill>
                <a:latin typeface="Arial"/>
                <a:cs typeface="Arial"/>
              </a:rPr>
              <a:t> </a:t>
            </a:r>
            <a:r>
              <a:rPr sz="1800" spc="-65">
                <a:solidFill>
                  <a:srgbClr val="404040"/>
                </a:solidFill>
                <a:latin typeface="Arial"/>
                <a:cs typeface="Arial"/>
              </a:rPr>
              <a:t>This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line </a:t>
            </a:r>
            <a:r>
              <a:rPr sz="1800" spc="-55">
                <a:solidFill>
                  <a:srgbClr val="404040"/>
                </a:solidFill>
                <a:latin typeface="Arial"/>
                <a:cs typeface="Arial"/>
              </a:rPr>
              <a:t>is </a:t>
            </a:r>
            <a:r>
              <a:rPr sz="1800" spc="25">
                <a:solidFill>
                  <a:srgbClr val="404040"/>
                </a:solidFill>
                <a:latin typeface="Arial"/>
                <a:cs typeface="Arial"/>
              </a:rPr>
              <a:t>formed </a:t>
            </a:r>
            <a:r>
              <a:rPr sz="1800" spc="10">
                <a:solidFill>
                  <a:srgbClr val="404040"/>
                </a:solidFill>
                <a:latin typeface="Arial"/>
                <a:cs typeface="Arial"/>
              </a:rPr>
              <a:t>by </a:t>
            </a:r>
            <a:r>
              <a:rPr sz="1800" spc="30">
                <a:solidFill>
                  <a:srgbClr val="404040"/>
                </a:solidFill>
                <a:latin typeface="Arial"/>
                <a:cs typeface="Arial"/>
              </a:rPr>
              <a:t>joining 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surge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points </a:t>
            </a:r>
            <a:r>
              <a:rPr sz="1800" spc="5">
                <a:solidFill>
                  <a:srgbClr val="404040"/>
                </a:solidFill>
                <a:latin typeface="Arial"/>
                <a:cs typeface="Arial"/>
              </a:rPr>
              <a:t>at </a:t>
            </a:r>
            <a:r>
              <a:rPr sz="1800" spc="25">
                <a:solidFill>
                  <a:srgbClr val="404040"/>
                </a:solidFill>
                <a:latin typeface="Arial"/>
                <a:cs typeface="Arial"/>
              </a:rPr>
              <a:t>different </a:t>
            </a:r>
            <a:r>
              <a:rPr sz="1800" spc="-30">
                <a:solidFill>
                  <a:srgbClr val="404040"/>
                </a:solidFill>
                <a:latin typeface="Arial"/>
                <a:cs typeface="Arial"/>
              </a:rPr>
              <a:t>rpms. </a:t>
            </a:r>
            <a:r>
              <a:rPr sz="1800" spc="-20">
                <a:solidFill>
                  <a:srgbClr val="404040"/>
                </a:solidFill>
                <a:latin typeface="Arial"/>
                <a:cs typeface="Arial"/>
              </a:rPr>
              <a:t>Unstable </a:t>
            </a:r>
            <a:r>
              <a:rPr sz="1800" spc="35">
                <a:solidFill>
                  <a:srgbClr val="404040"/>
                </a:solidFill>
                <a:latin typeface="Arial"/>
                <a:cs typeface="Arial"/>
              </a:rPr>
              <a:t>flow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in </a:t>
            </a:r>
            <a:r>
              <a:rPr sz="1800" spc="-40">
                <a:solidFill>
                  <a:srgbClr val="404040"/>
                </a:solidFill>
                <a:latin typeface="Arial"/>
                <a:cs typeface="Arial"/>
              </a:rPr>
              <a:t>axial </a:t>
            </a:r>
            <a:r>
              <a:rPr sz="1800" spc="-30">
                <a:solidFill>
                  <a:srgbClr val="404040"/>
                </a:solidFill>
                <a:latin typeface="Arial"/>
                <a:cs typeface="Arial"/>
              </a:rPr>
              <a:t>compressors </a:t>
            </a:r>
            <a:r>
              <a:rPr sz="1800" spc="5">
                <a:solidFill>
                  <a:srgbClr val="404040"/>
                </a:solidFill>
                <a:latin typeface="Arial"/>
                <a:cs typeface="Arial"/>
              </a:rPr>
              <a:t>due </a:t>
            </a:r>
            <a:r>
              <a:rPr sz="1800" spc="-85">
                <a:solidFill>
                  <a:srgbClr val="404040"/>
                </a:solidFill>
                <a:latin typeface="Arial"/>
                <a:cs typeface="Arial"/>
              </a:rPr>
              <a:t>to  </a:t>
            </a:r>
            <a:r>
              <a:rPr sz="1800" spc="10">
                <a:solidFill>
                  <a:srgbClr val="404040"/>
                </a:solidFill>
                <a:latin typeface="Arial"/>
                <a:cs typeface="Arial"/>
              </a:rPr>
              <a:t>complete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breakdown </a:t>
            </a:r>
            <a:r>
              <a:rPr sz="1800" spc="55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800" spc="15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1800" spc="-30">
                <a:solidFill>
                  <a:srgbClr val="404040"/>
                </a:solidFill>
                <a:latin typeface="Arial"/>
                <a:cs typeface="Arial"/>
              </a:rPr>
              <a:t>steady </a:t>
            </a:r>
            <a:r>
              <a:rPr sz="1800" spc="40">
                <a:solidFill>
                  <a:srgbClr val="404040"/>
                </a:solidFill>
                <a:latin typeface="Arial"/>
                <a:cs typeface="Arial"/>
              </a:rPr>
              <a:t>through </a:t>
            </a:r>
            <a:r>
              <a:rPr sz="1800" spc="35">
                <a:solidFill>
                  <a:srgbClr val="404040"/>
                </a:solidFill>
                <a:latin typeface="Arial"/>
                <a:cs typeface="Arial"/>
              </a:rPr>
              <a:t>flow </a:t>
            </a:r>
            <a:r>
              <a:rPr sz="1800" spc="-55">
                <a:solidFill>
                  <a:srgbClr val="404040"/>
                </a:solidFill>
                <a:latin typeface="Arial"/>
                <a:cs typeface="Arial"/>
              </a:rPr>
              <a:t>is </a:t>
            </a:r>
            <a:r>
              <a:rPr sz="1800" spc="30">
                <a:solidFill>
                  <a:srgbClr val="404040"/>
                </a:solidFill>
                <a:latin typeface="Arial"/>
                <a:cs typeface="Arial"/>
              </a:rPr>
              <a:t>term </a:t>
            </a:r>
            <a:r>
              <a:rPr sz="1800" spc="-114">
                <a:solidFill>
                  <a:srgbClr val="404040"/>
                </a:solidFill>
                <a:latin typeface="Arial"/>
                <a:cs typeface="Arial"/>
              </a:rPr>
              <a:t>as </a:t>
            </a:r>
            <a:r>
              <a:rPr sz="1800" spc="-10">
                <a:solidFill>
                  <a:srgbClr val="404040"/>
                </a:solidFill>
                <a:latin typeface="Arial"/>
                <a:cs typeface="Arial"/>
              </a:rPr>
              <a:t>surging. </a:t>
            </a:r>
            <a:r>
              <a:rPr sz="1800" spc="-65">
                <a:solidFill>
                  <a:srgbClr val="404040"/>
                </a:solidFill>
                <a:latin typeface="Arial"/>
                <a:cs typeface="Arial"/>
              </a:rPr>
              <a:t>This </a:t>
            </a:r>
            <a:r>
              <a:rPr sz="1800" spc="10">
                <a:solidFill>
                  <a:srgbClr val="404040"/>
                </a:solidFill>
                <a:latin typeface="Arial"/>
                <a:cs typeface="Arial"/>
              </a:rPr>
              <a:t>phenomenon </a:t>
            </a:r>
            <a:r>
              <a:rPr sz="1800" spc="-20">
                <a:solidFill>
                  <a:srgbClr val="404040"/>
                </a:solidFill>
                <a:latin typeface="Arial"/>
                <a:cs typeface="Arial"/>
              </a:rPr>
              <a:t>affects </a:t>
            </a:r>
            <a:r>
              <a:rPr sz="1800" spc="15">
                <a:solidFill>
                  <a:srgbClr val="404040"/>
                </a:solidFill>
                <a:latin typeface="Arial"/>
                <a:cs typeface="Arial"/>
              </a:rPr>
              <a:t>the 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performance </a:t>
            </a:r>
            <a:r>
              <a:rPr sz="1800" spc="55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800" spc="-15">
                <a:solidFill>
                  <a:srgbClr val="404040"/>
                </a:solidFill>
                <a:latin typeface="Arial"/>
                <a:cs typeface="Arial"/>
              </a:rPr>
              <a:t>compressor </a:t>
            </a:r>
            <a:r>
              <a:rPr sz="1800" spc="-5">
                <a:solidFill>
                  <a:srgbClr val="404040"/>
                </a:solidFill>
                <a:latin typeface="Arial"/>
                <a:cs typeface="Arial"/>
              </a:rPr>
              <a:t>and </a:t>
            </a:r>
            <a:r>
              <a:rPr sz="1800" spc="-55">
                <a:solidFill>
                  <a:srgbClr val="404040"/>
                </a:solidFill>
                <a:latin typeface="Arial"/>
                <a:cs typeface="Arial"/>
              </a:rPr>
              <a:t>is</a:t>
            </a:r>
            <a:r>
              <a:rPr sz="1800" spc="-14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undesirable.</a:t>
            </a:r>
            <a:endParaRPr sz="1800">
              <a:latin typeface="Arial"/>
              <a:cs typeface="Arial"/>
            </a:endParaRPr>
          </a:p>
          <a:p>
            <a:pPr marL="355600" marR="5080" indent="-342900" algn="just">
              <a:lnSpc>
                <a:spcPct val="150100"/>
              </a:lnSpc>
              <a:spcBef>
                <a:spcPts val="994"/>
              </a:spcBef>
            </a:pPr>
            <a:r>
              <a:rPr sz="1450" spc="235">
                <a:solidFill>
                  <a:srgbClr val="B31166"/>
                </a:solidFill>
                <a:latin typeface="Arial"/>
                <a:cs typeface="Arial"/>
              </a:rPr>
              <a:t> </a:t>
            </a:r>
            <a:r>
              <a:rPr sz="1800" spc="-45">
                <a:solidFill>
                  <a:srgbClr val="404040"/>
                </a:solidFill>
                <a:latin typeface="Arial"/>
                <a:cs typeface="Arial"/>
              </a:rPr>
              <a:t>Surge </a:t>
            </a:r>
            <a:r>
              <a:rPr sz="1800" spc="-40">
                <a:solidFill>
                  <a:srgbClr val="404040"/>
                </a:solidFill>
                <a:latin typeface="Arial"/>
                <a:cs typeface="Arial"/>
              </a:rPr>
              <a:t>cycle Suppose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the initial operating </a:t>
            </a:r>
            <a:r>
              <a:rPr sz="1800" spc="50">
                <a:solidFill>
                  <a:srgbClr val="404040"/>
                </a:solidFill>
                <a:latin typeface="Arial"/>
                <a:cs typeface="Arial"/>
              </a:rPr>
              <a:t>point </a:t>
            </a:r>
            <a:r>
              <a:rPr sz="1800" spc="-40">
                <a:solidFill>
                  <a:srgbClr val="404040"/>
                </a:solidFill>
                <a:latin typeface="Arial"/>
                <a:cs typeface="Arial"/>
              </a:rPr>
              <a:t>D </a:t>
            </a:r>
            <a:r>
              <a:rPr sz="1800" spc="5">
                <a:solidFill>
                  <a:srgbClr val="404040"/>
                </a:solidFill>
                <a:latin typeface="Arial"/>
                <a:cs typeface="Arial"/>
              </a:rPr>
              <a:t>at </a:t>
            </a:r>
            <a:r>
              <a:rPr sz="1800" spc="-30">
                <a:solidFill>
                  <a:srgbClr val="404040"/>
                </a:solidFill>
                <a:latin typeface="Arial"/>
                <a:cs typeface="Arial"/>
              </a:rPr>
              <a:t>some </a:t>
            </a:r>
            <a:r>
              <a:rPr sz="1800" spc="40">
                <a:solidFill>
                  <a:srgbClr val="404040"/>
                </a:solidFill>
                <a:latin typeface="Arial"/>
                <a:cs typeface="Arial"/>
              </a:rPr>
              <a:t>rpm </a:t>
            </a:r>
            <a:r>
              <a:rPr sz="1800" spc="-35">
                <a:solidFill>
                  <a:srgbClr val="404040"/>
                </a:solidFill>
                <a:latin typeface="Arial"/>
                <a:cs typeface="Arial"/>
              </a:rPr>
              <a:t>N. 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On </a:t>
            </a:r>
            <a:r>
              <a:rPr sz="1800" spc="-30">
                <a:solidFill>
                  <a:srgbClr val="404040"/>
                </a:solidFill>
                <a:latin typeface="Arial"/>
                <a:cs typeface="Arial"/>
              </a:rPr>
              <a:t>decreasing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1800" spc="50">
                <a:solidFill>
                  <a:srgbClr val="404040"/>
                </a:solidFill>
                <a:latin typeface="Arial"/>
                <a:cs typeface="Arial"/>
              </a:rPr>
              <a:t>flow- </a:t>
            </a:r>
            <a:r>
              <a:rPr sz="1800" spc="-5">
                <a:solidFill>
                  <a:srgbClr val="404040"/>
                </a:solidFill>
                <a:latin typeface="Arial"/>
                <a:cs typeface="Arial"/>
              </a:rPr>
              <a:t>rate </a:t>
            </a:r>
            <a:r>
              <a:rPr sz="1800" spc="5">
                <a:solidFill>
                  <a:srgbClr val="404040"/>
                </a:solidFill>
                <a:latin typeface="Arial"/>
                <a:cs typeface="Arial"/>
              </a:rPr>
              <a:t>at </a:t>
            </a:r>
            <a:r>
              <a:rPr sz="1800" spc="-140">
                <a:solidFill>
                  <a:srgbClr val="404040"/>
                </a:solidFill>
                <a:latin typeface="Arial"/>
                <a:cs typeface="Arial"/>
              </a:rPr>
              <a:t>same  </a:t>
            </a:r>
            <a:r>
              <a:rPr sz="1800" spc="40">
                <a:solidFill>
                  <a:srgbClr val="404040"/>
                </a:solidFill>
                <a:latin typeface="Arial"/>
                <a:cs typeface="Arial"/>
              </a:rPr>
              <a:t>rpm </a:t>
            </a:r>
            <a:r>
              <a:rPr sz="1800" spc="10">
                <a:solidFill>
                  <a:srgbClr val="404040"/>
                </a:solidFill>
                <a:latin typeface="Arial"/>
                <a:cs typeface="Arial"/>
              </a:rPr>
              <a:t>along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1800" spc="-20">
                <a:solidFill>
                  <a:srgbClr val="404040"/>
                </a:solidFill>
                <a:latin typeface="Arial"/>
                <a:cs typeface="Arial"/>
              </a:rPr>
              <a:t>characteristic 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curve </a:t>
            </a:r>
            <a:r>
              <a:rPr sz="1800" spc="10">
                <a:solidFill>
                  <a:srgbClr val="404040"/>
                </a:solidFill>
                <a:latin typeface="Arial"/>
                <a:cs typeface="Arial"/>
              </a:rPr>
              <a:t>by partial </a:t>
            </a:r>
            <a:r>
              <a:rPr sz="1800" spc="-5">
                <a:solidFill>
                  <a:srgbClr val="404040"/>
                </a:solidFill>
                <a:latin typeface="Arial"/>
                <a:cs typeface="Arial"/>
              </a:rPr>
              <a:t>closing </a:t>
            </a:r>
            <a:r>
              <a:rPr sz="1800" spc="55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1800" spc="-55">
                <a:solidFill>
                  <a:srgbClr val="404040"/>
                </a:solidFill>
                <a:latin typeface="Arial"/>
                <a:cs typeface="Arial"/>
              </a:rPr>
              <a:t>valve,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1800" spc="-40">
                <a:solidFill>
                  <a:srgbClr val="404040"/>
                </a:solidFill>
                <a:latin typeface="Arial"/>
                <a:cs typeface="Arial"/>
              </a:rPr>
              <a:t>pressure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in the pipe </a:t>
            </a:r>
            <a:r>
              <a:rPr sz="1800" spc="-60">
                <a:solidFill>
                  <a:srgbClr val="404040"/>
                </a:solidFill>
                <a:latin typeface="Arial"/>
                <a:cs typeface="Arial"/>
              </a:rPr>
              <a:t>increases </a:t>
            </a:r>
            <a:r>
              <a:rPr sz="1800" spc="-5">
                <a:solidFill>
                  <a:srgbClr val="404040"/>
                </a:solidFill>
                <a:latin typeface="Arial"/>
                <a:cs typeface="Arial"/>
              </a:rPr>
              <a:t>which 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will </a:t>
            </a:r>
            <a:r>
              <a:rPr sz="1800" spc="-5">
                <a:solidFill>
                  <a:srgbClr val="404040"/>
                </a:solidFill>
                <a:latin typeface="Arial"/>
                <a:cs typeface="Arial"/>
              </a:rPr>
              <a:t>be taken </a:t>
            </a:r>
            <a:r>
              <a:rPr sz="1800" spc="-50">
                <a:solidFill>
                  <a:srgbClr val="404040"/>
                </a:solidFill>
                <a:latin typeface="Arial"/>
                <a:cs typeface="Arial"/>
              </a:rPr>
              <a:t>care </a:t>
            </a:r>
            <a:r>
              <a:rPr sz="1800" spc="10">
                <a:solidFill>
                  <a:srgbClr val="404040"/>
                </a:solidFill>
                <a:latin typeface="Arial"/>
                <a:cs typeface="Arial"/>
              </a:rPr>
              <a:t>by </a:t>
            </a:r>
            <a:r>
              <a:rPr sz="1800" spc="-45">
                <a:solidFill>
                  <a:srgbClr val="404040"/>
                </a:solidFill>
                <a:latin typeface="Arial"/>
                <a:cs typeface="Arial"/>
              </a:rPr>
              <a:t>increase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in </a:t>
            </a:r>
            <a:r>
              <a:rPr sz="1800" spc="40">
                <a:solidFill>
                  <a:srgbClr val="404040"/>
                </a:solidFill>
                <a:latin typeface="Arial"/>
                <a:cs typeface="Arial"/>
              </a:rPr>
              <a:t>input </a:t>
            </a:r>
            <a:r>
              <a:rPr sz="1800" spc="-35">
                <a:solidFill>
                  <a:srgbClr val="404040"/>
                </a:solidFill>
                <a:latin typeface="Arial"/>
                <a:cs typeface="Arial"/>
              </a:rPr>
              <a:t>pressure </a:t>
            </a:r>
            <a:r>
              <a:rPr sz="1800" spc="5">
                <a:solidFill>
                  <a:srgbClr val="404040"/>
                </a:solidFill>
                <a:latin typeface="Arial"/>
                <a:cs typeface="Arial"/>
              </a:rPr>
              <a:t>at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sz="18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compressor.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67543" y="460705"/>
            <a:ext cx="409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>
                <a:solidFill>
                  <a:srgbClr val="FFFFFF"/>
                </a:solidFill>
                <a:latin typeface="Arial"/>
                <a:cs typeface="Arial"/>
              </a:rPr>
              <a:t>15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A67E579-C1F2-46C0-ABA7-2A1018993F02}"/>
              </a:ext>
            </a:extLst>
          </p:cNvPr>
          <p:cNvSpPr/>
          <p:nvPr/>
        </p:nvSpPr>
        <p:spPr>
          <a:xfrm>
            <a:off x="4309390" y="4630309"/>
            <a:ext cx="3833180" cy="22261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30353" y="2918272"/>
            <a:ext cx="3289300" cy="511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b="1" spc="-45">
                <a:solidFill>
                  <a:schemeClr val="bg1"/>
                </a:solidFill>
              </a:rPr>
              <a:t>Surging</a:t>
            </a:r>
            <a:r>
              <a:rPr lang="en-US" spc="-80">
                <a:solidFill>
                  <a:schemeClr val="bg1"/>
                </a:solidFill>
              </a:rPr>
              <a:t> </a:t>
            </a:r>
            <a:endParaRPr lang="en-US" spc="-30">
              <a:solidFill>
                <a:schemeClr val="bg1"/>
              </a:solidFill>
              <a:cs typeface="Calibri Light" panose="020F03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29705" y="62049"/>
            <a:ext cx="7369585" cy="465512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355600" marR="5080" indent="-342900" algn="just">
              <a:lnSpc>
                <a:spcPct val="150000"/>
              </a:lnSpc>
              <a:spcBef>
                <a:spcPts val="100"/>
              </a:spcBef>
            </a:pPr>
            <a:r>
              <a:rPr sz="1450" spc="235">
                <a:solidFill>
                  <a:srgbClr val="B31166"/>
                </a:solidFill>
                <a:latin typeface="Arial"/>
                <a:cs typeface="Arial"/>
              </a:rPr>
              <a:t> </a:t>
            </a:r>
            <a:r>
              <a:rPr sz="1800" spc="-20">
                <a:solidFill>
                  <a:srgbClr val="404040"/>
                </a:solidFill>
                <a:latin typeface="Arial"/>
                <a:cs typeface="Arial"/>
              </a:rPr>
              <a:t>Further </a:t>
            </a:r>
            <a:r>
              <a:rPr sz="1800" spc="-45">
                <a:solidFill>
                  <a:srgbClr val="404040"/>
                </a:solidFill>
                <a:latin typeface="Arial"/>
                <a:cs typeface="Arial"/>
              </a:rPr>
              <a:t>increase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in </a:t>
            </a:r>
            <a:r>
              <a:rPr sz="1800" spc="-35">
                <a:solidFill>
                  <a:srgbClr val="404040"/>
                </a:solidFill>
                <a:latin typeface="Arial"/>
                <a:cs typeface="Arial"/>
              </a:rPr>
              <a:t>pressure </a:t>
            </a:r>
            <a:r>
              <a:rPr sz="1800" spc="50">
                <a:solidFill>
                  <a:srgbClr val="404040"/>
                </a:solidFill>
                <a:latin typeface="Arial"/>
                <a:cs typeface="Arial"/>
              </a:rPr>
              <a:t>till point </a:t>
            </a:r>
            <a:r>
              <a:rPr sz="1800" spc="-195">
                <a:solidFill>
                  <a:srgbClr val="404040"/>
                </a:solidFill>
                <a:latin typeface="Arial"/>
                <a:cs typeface="Arial"/>
              </a:rPr>
              <a:t>P 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(surge </a:t>
            </a:r>
            <a:r>
              <a:rPr sz="1800" spc="10">
                <a:solidFill>
                  <a:srgbClr val="404040"/>
                </a:solidFill>
                <a:latin typeface="Arial"/>
                <a:cs typeface="Arial"/>
              </a:rPr>
              <a:t>point), </a:t>
            </a:r>
            <a:r>
              <a:rPr sz="1800" spc="-20">
                <a:solidFill>
                  <a:srgbClr val="404040"/>
                </a:solidFill>
                <a:latin typeface="Arial"/>
                <a:cs typeface="Arial"/>
              </a:rPr>
              <a:t>compressor </a:t>
            </a:r>
            <a:r>
              <a:rPr sz="1800" spc="-40">
                <a:solidFill>
                  <a:srgbClr val="404040"/>
                </a:solidFill>
                <a:latin typeface="Arial"/>
                <a:cs typeface="Arial"/>
              </a:rPr>
              <a:t>pressure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will </a:t>
            </a:r>
            <a:r>
              <a:rPr sz="1800" spc="-55">
                <a:solidFill>
                  <a:srgbClr val="404040"/>
                </a:solidFill>
                <a:latin typeface="Arial"/>
                <a:cs typeface="Arial"/>
              </a:rPr>
              <a:t>increase. </a:t>
            </a:r>
            <a:r>
              <a:rPr sz="1800" spc="-20">
                <a:solidFill>
                  <a:srgbClr val="404040"/>
                </a:solidFill>
                <a:latin typeface="Arial"/>
                <a:cs typeface="Arial"/>
              </a:rPr>
              <a:t>Further 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moving</a:t>
            </a:r>
            <a:r>
              <a:rPr lang="en-US" spc="-25">
                <a:solidFill>
                  <a:srgbClr val="404040"/>
                </a:solidFill>
                <a:latin typeface="Arial"/>
                <a:cs typeface="Arial"/>
              </a:rPr>
              <a:t> 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towards </a:t>
            </a:r>
            <a:r>
              <a:rPr sz="1800" spc="30">
                <a:solidFill>
                  <a:srgbClr val="404040"/>
                </a:solidFill>
                <a:latin typeface="Arial"/>
                <a:cs typeface="Arial"/>
              </a:rPr>
              <a:t>left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keeping </a:t>
            </a:r>
            <a:r>
              <a:rPr sz="1800" spc="40">
                <a:solidFill>
                  <a:srgbClr val="404040"/>
                </a:solidFill>
                <a:latin typeface="Arial"/>
                <a:cs typeface="Arial"/>
              </a:rPr>
              <a:t>rpm </a:t>
            </a:r>
            <a:r>
              <a:rPr sz="1800" spc="-15">
                <a:solidFill>
                  <a:srgbClr val="404040"/>
                </a:solidFill>
                <a:latin typeface="Arial"/>
                <a:cs typeface="Arial"/>
              </a:rPr>
              <a:t>constant, </a:t>
            </a:r>
            <a:r>
              <a:rPr sz="1800" spc="-40">
                <a:solidFill>
                  <a:srgbClr val="404040"/>
                </a:solidFill>
                <a:latin typeface="Arial"/>
                <a:cs typeface="Arial"/>
              </a:rPr>
              <a:t>pressure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in pipe </a:t>
            </a:r>
            <a:r>
              <a:rPr sz="1800" spc="25">
                <a:solidFill>
                  <a:srgbClr val="404040"/>
                </a:solidFill>
                <a:latin typeface="Arial"/>
                <a:cs typeface="Arial"/>
              </a:rPr>
              <a:t>will </a:t>
            </a:r>
            <a:r>
              <a:rPr sz="1800" spc="-45">
                <a:solidFill>
                  <a:srgbClr val="404040"/>
                </a:solidFill>
                <a:latin typeface="Arial"/>
                <a:cs typeface="Arial"/>
              </a:rPr>
              <a:t>increase </a:t>
            </a:r>
            <a:r>
              <a:rPr sz="1800" spc="60">
                <a:solidFill>
                  <a:srgbClr val="404040"/>
                </a:solidFill>
                <a:latin typeface="Arial"/>
                <a:cs typeface="Arial"/>
              </a:rPr>
              <a:t>but </a:t>
            </a:r>
            <a:r>
              <a:rPr sz="1800" spc="-20">
                <a:solidFill>
                  <a:srgbClr val="404040"/>
                </a:solidFill>
                <a:latin typeface="Arial"/>
                <a:cs typeface="Arial"/>
              </a:rPr>
              <a:t>compressor </a:t>
            </a:r>
            <a:r>
              <a:rPr sz="1800" spc="-40">
                <a:solidFill>
                  <a:srgbClr val="404040"/>
                </a:solidFill>
                <a:latin typeface="Arial"/>
                <a:cs typeface="Arial"/>
              </a:rPr>
              <a:t>pressure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will </a:t>
            </a:r>
            <a:r>
              <a:rPr sz="1800" spc="-50">
                <a:solidFill>
                  <a:srgbClr val="404040"/>
                </a:solidFill>
                <a:latin typeface="Arial"/>
                <a:cs typeface="Arial"/>
              </a:rPr>
              <a:t>decrease</a:t>
            </a:r>
            <a:r>
              <a:rPr lang="en-US" spc="-50">
                <a:solidFill>
                  <a:srgbClr val="404040"/>
                </a:solidFill>
                <a:latin typeface="Arial"/>
                <a:cs typeface="Arial"/>
              </a:rPr>
              <a:t> </a:t>
            </a:r>
            <a:r>
              <a:rPr sz="1800" spc="-5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leading </a:t>
            </a:r>
            <a:r>
              <a:rPr sz="1800" spc="80">
                <a:solidFill>
                  <a:srgbClr val="404040"/>
                </a:solidFill>
                <a:latin typeface="Arial"/>
                <a:cs typeface="Arial"/>
              </a:rPr>
              <a:t>to </a:t>
            </a:r>
            <a:r>
              <a:rPr sz="1800" spc="-30">
                <a:solidFill>
                  <a:srgbClr val="404040"/>
                </a:solidFill>
                <a:latin typeface="Arial"/>
                <a:cs typeface="Arial"/>
              </a:rPr>
              <a:t>back </a:t>
            </a:r>
            <a:r>
              <a:rPr sz="1800" spc="30">
                <a:solidFill>
                  <a:srgbClr val="404040"/>
                </a:solidFill>
                <a:latin typeface="Arial"/>
                <a:cs typeface="Arial"/>
              </a:rPr>
              <a:t>air-flow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towards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sz="1800" spc="-14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20">
                <a:solidFill>
                  <a:srgbClr val="404040"/>
                </a:solidFill>
                <a:latin typeface="Arial"/>
                <a:cs typeface="Arial"/>
              </a:rPr>
              <a:t>compressor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85"/>
              </a:spcBef>
              <a:tabLst>
                <a:tab pos="354965" algn="l"/>
              </a:tabLst>
            </a:pPr>
            <a:r>
              <a:rPr sz="1450" spc="240">
                <a:solidFill>
                  <a:srgbClr val="B31166"/>
                </a:solidFill>
                <a:latin typeface="Arial"/>
                <a:cs typeface="Arial"/>
              </a:rPr>
              <a:t>	</a:t>
            </a:r>
            <a:r>
              <a:rPr sz="1800" spc="-30">
                <a:solidFill>
                  <a:srgbClr val="404040"/>
                </a:solidFill>
                <a:latin typeface="Arial"/>
                <a:cs typeface="Arial"/>
              </a:rPr>
              <a:t>Due</a:t>
            </a:r>
            <a:r>
              <a:rPr sz="1800" spc="8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75">
                <a:solidFill>
                  <a:srgbClr val="404040"/>
                </a:solidFill>
                <a:latin typeface="Arial"/>
                <a:cs typeface="Arial"/>
              </a:rPr>
              <a:t>to</a:t>
            </a:r>
            <a:r>
              <a:rPr sz="1800" spc="9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this</a:t>
            </a:r>
            <a:r>
              <a:rPr sz="1800" spc="8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30">
                <a:solidFill>
                  <a:srgbClr val="404040"/>
                </a:solidFill>
                <a:latin typeface="Arial"/>
                <a:cs typeface="Arial"/>
              </a:rPr>
              <a:t>back</a:t>
            </a:r>
            <a:r>
              <a:rPr sz="1800" spc="1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5">
                <a:solidFill>
                  <a:srgbClr val="404040"/>
                </a:solidFill>
                <a:latin typeface="Arial"/>
                <a:cs typeface="Arial"/>
              </a:rPr>
              <a:t>flow,</a:t>
            </a:r>
            <a:r>
              <a:rPr sz="1800" spc="9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40">
                <a:solidFill>
                  <a:srgbClr val="404040"/>
                </a:solidFill>
                <a:latin typeface="Arial"/>
                <a:cs typeface="Arial"/>
              </a:rPr>
              <a:t>pressure</a:t>
            </a:r>
            <a:r>
              <a:rPr sz="1800" spc="8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25">
                <a:solidFill>
                  <a:srgbClr val="404040"/>
                </a:solidFill>
                <a:latin typeface="Arial"/>
                <a:cs typeface="Arial"/>
              </a:rPr>
              <a:t>in</a:t>
            </a:r>
            <a:r>
              <a:rPr sz="1800" spc="8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pipe</a:t>
            </a:r>
            <a:r>
              <a:rPr sz="1800" spc="9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25">
                <a:solidFill>
                  <a:srgbClr val="404040"/>
                </a:solidFill>
                <a:latin typeface="Arial"/>
                <a:cs typeface="Arial"/>
              </a:rPr>
              <a:t>will</a:t>
            </a:r>
            <a:r>
              <a:rPr sz="1800" spc="8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55">
                <a:solidFill>
                  <a:srgbClr val="404040"/>
                </a:solidFill>
                <a:latin typeface="Arial"/>
                <a:cs typeface="Arial"/>
              </a:rPr>
              <a:t>decrease</a:t>
            </a:r>
            <a:r>
              <a:rPr sz="1800" spc="9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55">
                <a:solidFill>
                  <a:srgbClr val="404040"/>
                </a:solidFill>
                <a:latin typeface="Arial"/>
                <a:cs typeface="Arial"/>
              </a:rPr>
              <a:t>because</a:t>
            </a:r>
            <a:r>
              <a:rPr sz="1800" spc="9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5">
                <a:solidFill>
                  <a:srgbClr val="404040"/>
                </a:solidFill>
                <a:latin typeface="Arial"/>
                <a:cs typeface="Arial"/>
              </a:rPr>
              <a:t>this</a:t>
            </a:r>
            <a:r>
              <a:rPr sz="1800" spc="7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5">
                <a:solidFill>
                  <a:srgbClr val="404040"/>
                </a:solidFill>
                <a:latin typeface="Arial"/>
                <a:cs typeface="Arial"/>
              </a:rPr>
              <a:t>unequal</a:t>
            </a:r>
            <a:r>
              <a:rPr sz="1800" spc="6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40">
                <a:solidFill>
                  <a:srgbClr val="404040"/>
                </a:solidFill>
                <a:latin typeface="Arial"/>
                <a:cs typeface="Arial"/>
              </a:rPr>
              <a:t>pressure</a:t>
            </a:r>
            <a:r>
              <a:rPr sz="1800" spc="8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30">
                <a:solidFill>
                  <a:srgbClr val="404040"/>
                </a:solidFill>
                <a:latin typeface="Arial"/>
                <a:cs typeface="Arial"/>
              </a:rPr>
              <a:t>condition</a:t>
            </a:r>
            <a:r>
              <a:rPr sz="1800" spc="9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cannot</a:t>
            </a:r>
            <a:r>
              <a:rPr sz="1800" spc="7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40">
                <a:solidFill>
                  <a:srgbClr val="404040"/>
                </a:solidFill>
                <a:latin typeface="Arial"/>
                <a:cs typeface="Arial"/>
              </a:rPr>
              <a:t>stay</a:t>
            </a:r>
            <a:endParaRPr sz="18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1085"/>
              </a:spcBef>
            </a:pPr>
            <a:r>
              <a:rPr sz="1800" spc="45">
                <a:solidFill>
                  <a:srgbClr val="404040"/>
                </a:solidFill>
                <a:latin typeface="Arial"/>
                <a:cs typeface="Arial"/>
              </a:rPr>
              <a:t>for </a:t>
            </a:r>
            <a:r>
              <a:rPr sz="1800" spc="-90">
                <a:solidFill>
                  <a:srgbClr val="404040"/>
                </a:solidFill>
                <a:latin typeface="Arial"/>
                <a:cs typeface="Arial"/>
              </a:rPr>
              <a:t>a </a:t>
            </a:r>
            <a:r>
              <a:rPr sz="1800" spc="35">
                <a:solidFill>
                  <a:srgbClr val="404040"/>
                </a:solidFill>
                <a:latin typeface="Arial"/>
                <a:cs typeface="Arial"/>
              </a:rPr>
              <a:t>long </a:t>
            </a:r>
            <a:r>
              <a:rPr sz="1800" spc="25">
                <a:solidFill>
                  <a:srgbClr val="404040"/>
                </a:solidFill>
                <a:latin typeface="Arial"/>
                <a:cs typeface="Arial"/>
              </a:rPr>
              <a:t>period </a:t>
            </a:r>
            <a:r>
              <a:rPr sz="1800" spc="55">
                <a:solidFill>
                  <a:srgbClr val="404040"/>
                </a:solidFill>
                <a:latin typeface="Arial"/>
                <a:cs typeface="Arial"/>
              </a:rPr>
              <a:t>of</a:t>
            </a:r>
            <a:r>
              <a:rPr sz="1800" spc="-1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time.</a:t>
            </a:r>
            <a:endParaRPr sz="1800">
              <a:latin typeface="Arial"/>
              <a:cs typeface="Arial"/>
            </a:endParaRPr>
          </a:p>
          <a:p>
            <a:pPr marL="355600" marR="5080" indent="-342900" algn="just">
              <a:lnSpc>
                <a:spcPct val="150100"/>
              </a:lnSpc>
              <a:spcBef>
                <a:spcPts val="990"/>
              </a:spcBef>
            </a:pPr>
            <a:r>
              <a:rPr sz="1450" spc="235">
                <a:solidFill>
                  <a:srgbClr val="B31166"/>
                </a:solidFill>
                <a:latin typeface="Arial"/>
                <a:cs typeface="Arial"/>
              </a:rPr>
              <a:t></a:t>
            </a:r>
            <a:r>
              <a:rPr sz="1450" spc="869">
                <a:solidFill>
                  <a:srgbClr val="B31166"/>
                </a:solidFill>
                <a:latin typeface="Arial"/>
                <a:cs typeface="Arial"/>
              </a:rPr>
              <a:t> </a:t>
            </a:r>
            <a:r>
              <a:rPr sz="1800" spc="-5">
                <a:solidFill>
                  <a:srgbClr val="404040"/>
                </a:solidFill>
                <a:latin typeface="Arial"/>
                <a:cs typeface="Arial"/>
              </a:rPr>
              <a:t>Though </a:t>
            </a:r>
            <a:r>
              <a:rPr sz="1800" spc="-40">
                <a:solidFill>
                  <a:srgbClr val="404040"/>
                </a:solidFill>
                <a:latin typeface="Arial"/>
                <a:cs typeface="Arial"/>
              </a:rPr>
              <a:t>valve </a:t>
            </a:r>
            <a:r>
              <a:rPr sz="1800" spc="25">
                <a:solidFill>
                  <a:srgbClr val="404040"/>
                </a:solidFill>
                <a:latin typeface="Arial"/>
                <a:cs typeface="Arial"/>
              </a:rPr>
              <a:t>position </a:t>
            </a:r>
            <a:r>
              <a:rPr sz="1800" spc="-55">
                <a:solidFill>
                  <a:srgbClr val="404040"/>
                </a:solidFill>
                <a:latin typeface="Arial"/>
                <a:cs typeface="Arial"/>
              </a:rPr>
              <a:t>is </a:t>
            </a:r>
            <a:r>
              <a:rPr sz="1800" spc="-35">
                <a:solidFill>
                  <a:srgbClr val="404040"/>
                </a:solidFill>
                <a:latin typeface="Arial"/>
                <a:cs typeface="Arial"/>
              </a:rPr>
              <a:t>set </a:t>
            </a:r>
            <a:r>
              <a:rPr sz="1800" spc="40">
                <a:solidFill>
                  <a:srgbClr val="404040"/>
                </a:solidFill>
                <a:latin typeface="Arial"/>
                <a:cs typeface="Arial"/>
              </a:rPr>
              <a:t>for </a:t>
            </a:r>
            <a:r>
              <a:rPr sz="1800" spc="5">
                <a:solidFill>
                  <a:srgbClr val="404040"/>
                </a:solidFill>
                <a:latin typeface="Arial"/>
                <a:cs typeface="Arial"/>
              </a:rPr>
              <a:t>lower </a:t>
            </a:r>
            <a:r>
              <a:rPr sz="1800" spc="35">
                <a:solidFill>
                  <a:srgbClr val="404040"/>
                </a:solidFill>
                <a:latin typeface="Arial"/>
                <a:cs typeface="Arial"/>
              </a:rPr>
              <a:t>flow </a:t>
            </a:r>
            <a:r>
              <a:rPr sz="1800" spc="-10">
                <a:solidFill>
                  <a:srgbClr val="404040"/>
                </a:solidFill>
                <a:latin typeface="Arial"/>
                <a:cs typeface="Arial"/>
              </a:rPr>
              <a:t>rate </a:t>
            </a:r>
            <a:r>
              <a:rPr sz="1800" spc="-90">
                <a:solidFill>
                  <a:srgbClr val="404040"/>
                </a:solidFill>
                <a:latin typeface="Arial"/>
                <a:cs typeface="Arial"/>
              </a:rPr>
              <a:t>say </a:t>
            </a:r>
            <a:r>
              <a:rPr sz="1800" spc="50">
                <a:solidFill>
                  <a:srgbClr val="404040"/>
                </a:solidFill>
                <a:latin typeface="Arial"/>
                <a:cs typeface="Arial"/>
              </a:rPr>
              <a:t>point </a:t>
            </a:r>
            <a:r>
              <a:rPr sz="1800" spc="-170">
                <a:solidFill>
                  <a:srgbClr val="404040"/>
                </a:solidFill>
                <a:latin typeface="Arial"/>
                <a:cs typeface="Arial"/>
              </a:rPr>
              <a:t>G </a:t>
            </a:r>
            <a:r>
              <a:rPr sz="1800" spc="60">
                <a:solidFill>
                  <a:srgbClr val="404040"/>
                </a:solidFill>
                <a:latin typeface="Arial"/>
                <a:cs typeface="Arial"/>
              </a:rPr>
              <a:t>but </a:t>
            </a:r>
            <a:r>
              <a:rPr sz="1800" spc="-20">
                <a:solidFill>
                  <a:srgbClr val="404040"/>
                </a:solidFill>
                <a:latin typeface="Arial"/>
                <a:cs typeface="Arial"/>
              </a:rPr>
              <a:t>compressor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will </a:t>
            </a:r>
            <a:r>
              <a:rPr sz="1800" spc="15">
                <a:solidFill>
                  <a:srgbClr val="404040"/>
                </a:solidFill>
                <a:latin typeface="Arial"/>
                <a:cs typeface="Arial"/>
              </a:rPr>
              <a:t>work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according </a:t>
            </a:r>
            <a:r>
              <a:rPr sz="1800" spc="80">
                <a:solidFill>
                  <a:srgbClr val="404040"/>
                </a:solidFill>
                <a:latin typeface="Arial"/>
                <a:cs typeface="Arial"/>
              </a:rPr>
              <a:t>to </a:t>
            </a:r>
            <a:r>
              <a:rPr sz="1800" spc="-45">
                <a:solidFill>
                  <a:srgbClr val="404040"/>
                </a:solidFill>
                <a:latin typeface="Arial"/>
                <a:cs typeface="Arial"/>
              </a:rPr>
              <a:t>normal</a:t>
            </a:r>
            <a:r>
              <a:rPr lang="en-US" spc="-45">
                <a:solidFill>
                  <a:srgbClr val="404040"/>
                </a:solidFill>
                <a:latin typeface="Arial"/>
                <a:cs typeface="Arial"/>
              </a:rPr>
              <a:t> </a:t>
            </a:r>
            <a:r>
              <a:rPr sz="1800" spc="-4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20">
                <a:solidFill>
                  <a:srgbClr val="404040"/>
                </a:solidFill>
                <a:latin typeface="Arial"/>
                <a:cs typeface="Arial"/>
              </a:rPr>
              <a:t>stable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operation </a:t>
            </a:r>
            <a:r>
              <a:rPr sz="1800" spc="50">
                <a:solidFill>
                  <a:srgbClr val="404040"/>
                </a:solidFill>
                <a:latin typeface="Arial"/>
                <a:cs typeface="Arial"/>
              </a:rPr>
              <a:t>point </a:t>
            </a:r>
            <a:r>
              <a:rPr sz="1800" spc="-90">
                <a:solidFill>
                  <a:srgbClr val="404040"/>
                </a:solidFill>
                <a:latin typeface="Arial"/>
                <a:cs typeface="Arial"/>
              </a:rPr>
              <a:t>say </a:t>
            </a:r>
            <a:r>
              <a:rPr sz="1800" spc="-200">
                <a:solidFill>
                  <a:srgbClr val="404040"/>
                </a:solidFill>
                <a:latin typeface="Arial"/>
                <a:cs typeface="Arial"/>
              </a:rPr>
              <a:t>E, </a:t>
            </a:r>
            <a:r>
              <a:rPr sz="1800" spc="-45">
                <a:solidFill>
                  <a:srgbClr val="404040"/>
                </a:solidFill>
                <a:latin typeface="Arial"/>
                <a:cs typeface="Arial"/>
              </a:rPr>
              <a:t>so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path </a:t>
            </a:r>
            <a:r>
              <a:rPr sz="1800" spc="-80">
                <a:solidFill>
                  <a:srgbClr val="404040"/>
                </a:solidFill>
                <a:latin typeface="Arial"/>
                <a:cs typeface="Arial"/>
              </a:rPr>
              <a:t>E-F-P-G-E </a:t>
            </a:r>
            <a:r>
              <a:rPr sz="1800" spc="25">
                <a:solidFill>
                  <a:srgbClr val="404040"/>
                </a:solidFill>
                <a:latin typeface="Arial"/>
                <a:cs typeface="Arial"/>
              </a:rPr>
              <a:t>will </a:t>
            </a:r>
            <a:r>
              <a:rPr sz="1800" spc="-5">
                <a:solidFill>
                  <a:srgbClr val="404040"/>
                </a:solidFill>
                <a:latin typeface="Arial"/>
                <a:cs typeface="Arial"/>
              </a:rPr>
              <a:t>be </a:t>
            </a:r>
            <a:r>
              <a:rPr sz="1800" spc="25">
                <a:solidFill>
                  <a:srgbClr val="404040"/>
                </a:solidFill>
                <a:latin typeface="Arial"/>
                <a:cs typeface="Arial"/>
              </a:rPr>
              <a:t>followed </a:t>
            </a:r>
            <a:r>
              <a:rPr sz="1800" spc="5">
                <a:solidFill>
                  <a:srgbClr val="404040"/>
                </a:solidFill>
                <a:latin typeface="Arial"/>
                <a:cs typeface="Arial"/>
              </a:rPr>
              <a:t>leading </a:t>
            </a:r>
            <a:r>
              <a:rPr sz="1800" spc="80">
                <a:solidFill>
                  <a:srgbClr val="404040"/>
                </a:solidFill>
                <a:latin typeface="Arial"/>
                <a:cs typeface="Arial"/>
              </a:rPr>
              <a:t>to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breakdown </a:t>
            </a:r>
            <a:r>
              <a:rPr sz="1800" spc="55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flow, </a:t>
            </a:r>
            <a:r>
              <a:rPr sz="1800" spc="-35">
                <a:solidFill>
                  <a:srgbClr val="404040"/>
                </a:solidFill>
                <a:latin typeface="Arial"/>
                <a:cs typeface="Arial"/>
              </a:rPr>
              <a:t>hence</a:t>
            </a:r>
            <a:r>
              <a:rPr lang="en-US" spc="-35">
                <a:solidFill>
                  <a:srgbClr val="404040"/>
                </a:solidFill>
                <a:latin typeface="Arial"/>
                <a:cs typeface="Arial"/>
              </a:rPr>
              <a:t> </a:t>
            </a:r>
            <a:r>
              <a:rPr sz="1800" spc="-35">
                <a:solidFill>
                  <a:srgbClr val="404040"/>
                </a:solidFill>
                <a:latin typeface="Arial"/>
                <a:cs typeface="Arial"/>
              </a:rPr>
              <a:t> pressure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in the </a:t>
            </a:r>
            <a:r>
              <a:rPr sz="1800" spc="-15">
                <a:solidFill>
                  <a:srgbClr val="404040"/>
                </a:solidFill>
                <a:latin typeface="Arial"/>
                <a:cs typeface="Arial"/>
              </a:rPr>
              <a:t>compressor 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falls </a:t>
            </a:r>
            <a:r>
              <a:rPr sz="1800" spc="25">
                <a:solidFill>
                  <a:srgbClr val="404040"/>
                </a:solidFill>
                <a:latin typeface="Arial"/>
                <a:cs typeface="Arial"/>
              </a:rPr>
              <a:t>further </a:t>
            </a:r>
            <a:r>
              <a:rPr sz="1800" spc="80">
                <a:solidFill>
                  <a:srgbClr val="404040"/>
                </a:solidFill>
                <a:latin typeface="Arial"/>
                <a:cs typeface="Arial"/>
              </a:rPr>
              <a:t>to </a:t>
            </a:r>
            <a:r>
              <a:rPr sz="1800" spc="50">
                <a:solidFill>
                  <a:srgbClr val="404040"/>
                </a:solidFill>
                <a:latin typeface="Arial"/>
                <a:cs typeface="Arial"/>
              </a:rPr>
              <a:t>point</a:t>
            </a:r>
            <a:r>
              <a:rPr sz="1800" spc="-25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65">
                <a:solidFill>
                  <a:srgbClr val="404040"/>
                </a:solidFill>
                <a:latin typeface="Arial"/>
                <a:cs typeface="Arial"/>
              </a:rPr>
              <a:t>H.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67543" y="460705"/>
            <a:ext cx="409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>
                <a:solidFill>
                  <a:srgbClr val="FFFFFF"/>
                </a:solidFill>
                <a:latin typeface="Arial"/>
                <a:cs typeface="Arial"/>
              </a:rPr>
              <a:t>16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12285A9A-18D4-48BE-B164-DE1FD2140E26}"/>
              </a:ext>
            </a:extLst>
          </p:cNvPr>
          <p:cNvSpPr/>
          <p:nvPr/>
        </p:nvSpPr>
        <p:spPr>
          <a:xfrm>
            <a:off x="4751842" y="4712244"/>
            <a:ext cx="3038406" cy="21442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394889" y="912971"/>
            <a:ext cx="6974082" cy="203902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355600" marR="5080" indent="-342900" algn="just">
              <a:lnSpc>
                <a:spcPct val="150000"/>
              </a:lnSpc>
              <a:spcBef>
                <a:spcPts val="100"/>
              </a:spcBef>
            </a:pPr>
            <a:r>
              <a:rPr sz="1450" spc="235">
                <a:solidFill>
                  <a:srgbClr val="B31166"/>
                </a:solidFill>
                <a:latin typeface="Arial"/>
                <a:cs typeface="Arial"/>
              </a:rPr>
              <a:t> </a:t>
            </a:r>
            <a:r>
              <a:rPr sz="1800" spc="-60">
                <a:solidFill>
                  <a:srgbClr val="404040"/>
                </a:solidFill>
                <a:latin typeface="Arial"/>
                <a:cs typeface="Arial"/>
              </a:rPr>
              <a:t>This </a:t>
            </a:r>
            <a:r>
              <a:rPr sz="1800" spc="10">
                <a:solidFill>
                  <a:srgbClr val="404040"/>
                </a:solidFill>
                <a:latin typeface="Arial"/>
                <a:cs typeface="Arial"/>
              </a:rPr>
              <a:t>phenomenon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will </a:t>
            </a:r>
            <a:r>
              <a:rPr sz="1800" spc="-70">
                <a:solidFill>
                  <a:srgbClr val="404040"/>
                </a:solidFill>
                <a:latin typeface="Arial"/>
                <a:cs typeface="Arial"/>
              </a:rPr>
              <a:t>cause </a:t>
            </a:r>
            <a:r>
              <a:rPr sz="1800" spc="5">
                <a:solidFill>
                  <a:srgbClr val="404040"/>
                </a:solidFill>
                <a:latin typeface="Arial"/>
                <a:cs typeface="Arial"/>
              </a:rPr>
              <a:t>vibrations </a:t>
            </a:r>
            <a:r>
              <a:rPr sz="1800" spc="15">
                <a:solidFill>
                  <a:srgbClr val="404040"/>
                </a:solidFill>
                <a:latin typeface="Arial"/>
                <a:cs typeface="Arial"/>
              </a:rPr>
              <a:t>in </a:t>
            </a:r>
            <a:r>
              <a:rPr sz="1800" spc="-11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lang="en-US" spc="-110">
                <a:solidFill>
                  <a:srgbClr val="404040"/>
                </a:solidFill>
                <a:latin typeface="Arial"/>
                <a:cs typeface="Arial"/>
              </a:rPr>
              <a:t> </a:t>
            </a:r>
            <a:r>
              <a:rPr sz="18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5">
                <a:solidFill>
                  <a:srgbClr val="404040"/>
                </a:solidFill>
                <a:latin typeface="Arial"/>
                <a:cs typeface="Arial"/>
              </a:rPr>
              <a:t>whole </a:t>
            </a:r>
            <a:r>
              <a:rPr sz="1800" spc="-20">
                <a:solidFill>
                  <a:srgbClr val="404040"/>
                </a:solidFill>
                <a:latin typeface="Arial"/>
                <a:cs typeface="Arial"/>
              </a:rPr>
              <a:t>machine </a:t>
            </a:r>
            <a:r>
              <a:rPr sz="1800" spc="-5">
                <a:solidFill>
                  <a:srgbClr val="404040"/>
                </a:solidFill>
                <a:latin typeface="Arial"/>
                <a:cs typeface="Arial"/>
              </a:rPr>
              <a:t>and 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may </a:t>
            </a:r>
            <a:r>
              <a:rPr sz="1800" spc="-20">
                <a:solidFill>
                  <a:srgbClr val="404040"/>
                </a:solidFill>
                <a:latin typeface="Arial"/>
                <a:cs typeface="Arial"/>
              </a:rPr>
              <a:t>lead </a:t>
            </a:r>
            <a:r>
              <a:rPr sz="1800" spc="80">
                <a:solidFill>
                  <a:srgbClr val="404040"/>
                </a:solidFill>
                <a:latin typeface="Arial"/>
                <a:cs typeface="Arial"/>
              </a:rPr>
              <a:t>to 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mechanical</a:t>
            </a:r>
            <a:r>
              <a:rPr lang="en-US" spc="-25">
                <a:solidFill>
                  <a:srgbClr val="404040"/>
                </a:solidFill>
                <a:latin typeface="Arial"/>
                <a:cs typeface="Arial"/>
              </a:rPr>
              <a:t> 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5">
                <a:solidFill>
                  <a:srgbClr val="404040"/>
                </a:solidFill>
                <a:latin typeface="Arial"/>
                <a:cs typeface="Arial"/>
              </a:rPr>
              <a:t>failure. </a:t>
            </a:r>
            <a:r>
              <a:rPr sz="1800" spc="-35">
                <a:solidFill>
                  <a:srgbClr val="404040"/>
                </a:solidFill>
                <a:latin typeface="Arial"/>
                <a:cs typeface="Arial"/>
              </a:rPr>
              <a:t>That </a:t>
            </a:r>
            <a:r>
              <a:rPr sz="1800" spc="-55">
                <a:solidFill>
                  <a:srgbClr val="404040"/>
                </a:solidFill>
                <a:latin typeface="Arial"/>
                <a:cs typeface="Arial"/>
              </a:rPr>
              <a:t>is </a:t>
            </a:r>
            <a:r>
              <a:rPr sz="1800" spc="-5">
                <a:solidFill>
                  <a:srgbClr val="404040"/>
                </a:solidFill>
                <a:latin typeface="Arial"/>
                <a:cs typeface="Arial"/>
              </a:rPr>
              <a:t>why </a:t>
            </a:r>
            <a:r>
              <a:rPr sz="1800" spc="30">
                <a:solidFill>
                  <a:srgbClr val="404040"/>
                </a:solidFill>
                <a:latin typeface="Arial"/>
                <a:cs typeface="Arial"/>
              </a:rPr>
              <a:t>left </a:t>
            </a:r>
            <a:r>
              <a:rPr sz="1800" spc="45">
                <a:solidFill>
                  <a:srgbClr val="404040"/>
                </a:solidFill>
                <a:latin typeface="Arial"/>
                <a:cs typeface="Arial"/>
              </a:rPr>
              <a:t>portion </a:t>
            </a:r>
            <a:r>
              <a:rPr sz="1800" spc="55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800" spc="15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curve </a:t>
            </a:r>
            <a:r>
              <a:rPr sz="1800" spc="45">
                <a:solidFill>
                  <a:srgbClr val="404040"/>
                </a:solidFill>
                <a:latin typeface="Arial"/>
                <a:cs typeface="Arial"/>
              </a:rPr>
              <a:t>from</a:t>
            </a:r>
            <a:r>
              <a:rPr lang="en-US" spc="45">
                <a:solidFill>
                  <a:srgbClr val="404040"/>
                </a:solidFill>
                <a:latin typeface="Arial"/>
                <a:cs typeface="Arial"/>
              </a:rPr>
              <a:t> </a:t>
            </a:r>
            <a:r>
              <a:rPr sz="1800" spc="4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surge </a:t>
            </a:r>
            <a:r>
              <a:rPr sz="1800" spc="50">
                <a:solidFill>
                  <a:srgbClr val="404040"/>
                </a:solidFill>
                <a:latin typeface="Arial"/>
                <a:cs typeface="Arial"/>
              </a:rPr>
              <a:t>point </a:t>
            </a:r>
            <a:r>
              <a:rPr sz="1800" spc="-55">
                <a:solidFill>
                  <a:srgbClr val="404040"/>
                </a:solidFill>
                <a:latin typeface="Arial"/>
                <a:cs typeface="Arial"/>
              </a:rPr>
              <a:t>is </a:t>
            </a:r>
            <a:r>
              <a:rPr sz="1800" spc="-20">
                <a:solidFill>
                  <a:srgbClr val="404040"/>
                </a:solidFill>
                <a:latin typeface="Arial"/>
                <a:cs typeface="Arial"/>
              </a:rPr>
              <a:t>called </a:t>
            </a:r>
            <a:r>
              <a:rPr sz="1800" spc="-10">
                <a:solidFill>
                  <a:srgbClr val="404040"/>
                </a:solidFill>
                <a:latin typeface="Arial"/>
                <a:cs typeface="Arial"/>
              </a:rPr>
              <a:t>unstable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region </a:t>
            </a:r>
            <a:r>
              <a:rPr sz="1800" spc="-10">
                <a:solidFill>
                  <a:srgbClr val="404040"/>
                </a:solidFill>
                <a:latin typeface="Arial"/>
                <a:cs typeface="Arial"/>
              </a:rPr>
              <a:t>and </a:t>
            </a:r>
            <a:r>
              <a:rPr sz="1800" spc="-30">
                <a:solidFill>
                  <a:srgbClr val="404040"/>
                </a:solidFill>
                <a:latin typeface="Arial"/>
                <a:cs typeface="Arial"/>
              </a:rPr>
              <a:t>may</a:t>
            </a:r>
            <a:r>
              <a:rPr lang="en-US" spc="-30">
                <a:solidFill>
                  <a:srgbClr val="404040"/>
                </a:solidFill>
                <a:latin typeface="Arial"/>
                <a:cs typeface="Arial"/>
              </a:rPr>
              <a:t> </a:t>
            </a:r>
            <a:r>
              <a:rPr sz="1800" spc="-3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70">
                <a:solidFill>
                  <a:srgbClr val="404040"/>
                </a:solidFill>
                <a:latin typeface="Arial"/>
                <a:cs typeface="Arial"/>
              </a:rPr>
              <a:t>cause </a:t>
            </a:r>
            <a:r>
              <a:rPr sz="1800" spc="-15">
                <a:solidFill>
                  <a:srgbClr val="404040"/>
                </a:solidFill>
                <a:latin typeface="Arial"/>
                <a:cs typeface="Arial"/>
              </a:rPr>
              <a:t>damage </a:t>
            </a:r>
            <a:r>
              <a:rPr sz="1800" spc="80">
                <a:solidFill>
                  <a:srgbClr val="404040"/>
                </a:solidFill>
                <a:latin typeface="Arial"/>
                <a:cs typeface="Arial"/>
              </a:rPr>
              <a:t>to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1800" spc="-30">
                <a:solidFill>
                  <a:srgbClr val="404040"/>
                </a:solidFill>
                <a:latin typeface="Arial"/>
                <a:cs typeface="Arial"/>
              </a:rPr>
              <a:t>machine. </a:t>
            </a:r>
            <a:r>
              <a:rPr sz="1800" spc="-100">
                <a:solidFill>
                  <a:srgbClr val="404040"/>
                </a:solidFill>
                <a:latin typeface="Arial"/>
                <a:cs typeface="Arial"/>
              </a:rPr>
              <a:t>So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lang="en-US" spc="20">
                <a:solidFill>
                  <a:srgbClr val="404040"/>
                </a:solidFill>
                <a:latin typeface="Arial"/>
                <a:cs typeface="Arial"/>
              </a:rPr>
              <a:t> 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5">
                <a:solidFill>
                  <a:srgbClr val="404040"/>
                </a:solidFill>
                <a:latin typeface="Arial"/>
                <a:cs typeface="Arial"/>
              </a:rPr>
              <a:t>recommended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operation </a:t>
            </a:r>
            <a:r>
              <a:rPr sz="1800" spc="-15">
                <a:solidFill>
                  <a:srgbClr val="404040"/>
                </a:solidFill>
                <a:latin typeface="Arial"/>
                <a:cs typeface="Arial"/>
              </a:rPr>
              <a:t>range </a:t>
            </a:r>
            <a:r>
              <a:rPr sz="1800" spc="-55">
                <a:solidFill>
                  <a:srgbClr val="404040"/>
                </a:solidFill>
                <a:latin typeface="Arial"/>
                <a:cs typeface="Arial"/>
              </a:rPr>
              <a:t>is </a:t>
            </a:r>
            <a:r>
              <a:rPr sz="1800" spc="25">
                <a:solidFill>
                  <a:srgbClr val="404040"/>
                </a:solidFill>
                <a:latin typeface="Arial"/>
                <a:cs typeface="Arial"/>
              </a:rPr>
              <a:t>on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1800" spc="45">
                <a:solidFill>
                  <a:srgbClr val="404040"/>
                </a:solidFill>
                <a:latin typeface="Arial"/>
                <a:cs typeface="Arial"/>
              </a:rPr>
              <a:t>right</a:t>
            </a:r>
            <a:r>
              <a:rPr lang="en-US" spc="45">
                <a:solidFill>
                  <a:srgbClr val="404040"/>
                </a:solidFill>
                <a:latin typeface="Arial"/>
                <a:cs typeface="Arial"/>
              </a:rPr>
              <a:t> </a:t>
            </a:r>
            <a:r>
              <a:rPr sz="1800" spc="4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30">
                <a:solidFill>
                  <a:srgbClr val="404040"/>
                </a:solidFill>
                <a:latin typeface="Arial"/>
                <a:cs typeface="Arial"/>
              </a:rPr>
              <a:t>side </a:t>
            </a:r>
            <a:r>
              <a:rPr sz="1800" spc="55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surge</a:t>
            </a:r>
            <a:r>
              <a:rPr sz="1800" spc="-13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20">
                <a:solidFill>
                  <a:srgbClr val="404040"/>
                </a:solidFill>
                <a:latin typeface="Arial"/>
                <a:cs typeface="Arial"/>
              </a:rPr>
              <a:t>line.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87777" y="3384890"/>
            <a:ext cx="3587374" cy="28488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567543" y="460705"/>
            <a:ext cx="409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E8B014-6BBC-4070-B0D5-281D3D2BE205}"/>
              </a:ext>
            </a:extLst>
          </p:cNvPr>
          <p:cNvSpPr txBox="1"/>
          <p:nvPr/>
        </p:nvSpPr>
        <p:spPr>
          <a:xfrm>
            <a:off x="734141" y="2839884"/>
            <a:ext cx="244003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chemeClr val="bg1"/>
                </a:solidFill>
              </a:rPr>
              <a:t>Surging</a:t>
            </a:r>
            <a:r>
              <a:rPr lang="en-US" sz="3600">
                <a:solidFill>
                  <a:schemeClr val="bg1"/>
                </a:solidFill>
              </a:rPr>
              <a:t>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289" y="2294243"/>
            <a:ext cx="2609639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80">
                <a:solidFill>
                  <a:schemeClr val="bg1"/>
                </a:solidFill>
              </a:rPr>
              <a:t>Stage </a:t>
            </a:r>
            <a:r>
              <a:rPr lang="en-US" b="1" spc="-245">
                <a:solidFill>
                  <a:schemeClr val="bg1"/>
                </a:solidFill>
              </a:rPr>
              <a:t>losses </a:t>
            </a:r>
            <a:r>
              <a:rPr lang="en-US" b="1" spc="65">
                <a:solidFill>
                  <a:schemeClr val="bg1"/>
                </a:solidFill>
              </a:rPr>
              <a:t>in </a:t>
            </a:r>
            <a:r>
              <a:rPr lang="en-US" b="1" spc="45">
                <a:solidFill>
                  <a:schemeClr val="bg1"/>
                </a:solidFill>
              </a:rPr>
              <a:t>Axial </a:t>
            </a:r>
            <a:r>
              <a:rPr lang="en-US" b="1" spc="-15">
                <a:solidFill>
                  <a:schemeClr val="bg1"/>
                </a:solidFill>
              </a:rPr>
              <a:t>Flow</a:t>
            </a:r>
            <a:r>
              <a:rPr lang="en-US" b="1" spc="-120">
                <a:solidFill>
                  <a:schemeClr val="bg1"/>
                </a:solidFill>
              </a:rPr>
              <a:t> </a:t>
            </a:r>
            <a:r>
              <a:rPr lang="en-US" b="1" spc="-145">
                <a:solidFill>
                  <a:schemeClr val="bg1"/>
                </a:solidFill>
              </a:rPr>
              <a:t>Compressor</a:t>
            </a:r>
            <a:endParaRPr lang="en-US" b="1" spc="-145">
              <a:solidFill>
                <a:schemeClr val="bg1"/>
              </a:solidFill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73618" y="914624"/>
            <a:ext cx="7068605" cy="29878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54965" marR="5080" indent="-342900" algn="just">
              <a:lnSpc>
                <a:spcPct val="148200"/>
              </a:lnSpc>
              <a:spcBef>
                <a:spcPts val="114"/>
              </a:spcBef>
              <a:buClr>
                <a:srgbClr val="B31166"/>
              </a:buClr>
              <a:buSzPct val="78947"/>
              <a:buAutoNum type="arabicPeriod"/>
              <a:tabLst>
                <a:tab pos="355600" algn="l"/>
              </a:tabLst>
            </a:pPr>
            <a:r>
              <a:rPr sz="1900" i="1" u="heavy" spc="-55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Profile </a:t>
            </a:r>
            <a:r>
              <a:rPr sz="1900" i="1" u="heavy" spc="-145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Loss:</a:t>
            </a:r>
            <a:r>
              <a:rPr sz="1900" i="1" u="heavy" spc="235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 </a:t>
            </a:r>
            <a:r>
              <a:rPr sz="1900" i="1" u="heavy" spc="85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-</a:t>
            </a:r>
            <a:r>
              <a:rPr sz="1900" i="1" spc="8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65">
                <a:solidFill>
                  <a:srgbClr val="404040"/>
                </a:solidFill>
                <a:latin typeface="Arial"/>
                <a:cs typeface="Arial"/>
              </a:rPr>
              <a:t>This </a:t>
            </a:r>
            <a:r>
              <a:rPr sz="1800" spc="-55">
                <a:solidFill>
                  <a:srgbClr val="404040"/>
                </a:solidFill>
                <a:latin typeface="Arial"/>
                <a:cs typeface="Arial"/>
              </a:rPr>
              <a:t>loss </a:t>
            </a:r>
            <a:r>
              <a:rPr sz="1800" spc="-35">
                <a:solidFill>
                  <a:srgbClr val="404040"/>
                </a:solidFill>
                <a:latin typeface="Arial"/>
                <a:cs typeface="Arial"/>
              </a:rPr>
              <a:t>occurs </a:t>
            </a:r>
            <a:r>
              <a:rPr sz="1800" spc="5">
                <a:solidFill>
                  <a:srgbClr val="404040"/>
                </a:solidFill>
                <a:latin typeface="Arial"/>
                <a:cs typeface="Arial"/>
              </a:rPr>
              <a:t>due </a:t>
            </a:r>
            <a:r>
              <a:rPr sz="1800" spc="80">
                <a:solidFill>
                  <a:srgbClr val="404040"/>
                </a:solidFill>
                <a:latin typeface="Arial"/>
                <a:cs typeface="Arial"/>
              </a:rPr>
              <a:t>to </a:t>
            </a:r>
            <a:r>
              <a:rPr sz="1800" spc="40">
                <a:solidFill>
                  <a:srgbClr val="404040"/>
                </a:solidFill>
                <a:latin typeface="Arial"/>
                <a:cs typeface="Arial"/>
              </a:rPr>
              <a:t>growth </a:t>
            </a:r>
            <a:r>
              <a:rPr sz="1800" spc="55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800" spc="10">
                <a:solidFill>
                  <a:srgbClr val="404040"/>
                </a:solidFill>
                <a:latin typeface="Arial"/>
                <a:cs typeface="Arial"/>
              </a:rPr>
              <a:t>boundary </a:t>
            </a:r>
            <a:r>
              <a:rPr sz="1800" spc="-30">
                <a:solidFill>
                  <a:srgbClr val="404040"/>
                </a:solidFill>
                <a:latin typeface="Arial"/>
                <a:cs typeface="Arial"/>
              </a:rPr>
              <a:t>layer </a:t>
            </a:r>
            <a:r>
              <a:rPr sz="1800" spc="235">
                <a:solidFill>
                  <a:srgbClr val="404040"/>
                </a:solidFill>
                <a:latin typeface="Arial"/>
                <a:cs typeface="Arial"/>
              </a:rPr>
              <a:t>&amp; </a:t>
            </a:r>
            <a:r>
              <a:rPr sz="1800" spc="70">
                <a:solidFill>
                  <a:srgbClr val="404040"/>
                </a:solidFill>
                <a:latin typeface="Arial"/>
                <a:cs typeface="Arial"/>
              </a:rPr>
              <a:t>it </a:t>
            </a:r>
            <a:r>
              <a:rPr sz="1800" spc="-15">
                <a:solidFill>
                  <a:srgbClr val="404040"/>
                </a:solidFill>
                <a:latin typeface="Arial"/>
                <a:cs typeface="Arial"/>
              </a:rPr>
              <a:t>separation </a:t>
            </a:r>
            <a:r>
              <a:rPr sz="1800" spc="25">
                <a:solidFill>
                  <a:srgbClr val="404040"/>
                </a:solidFill>
                <a:latin typeface="Arial"/>
                <a:cs typeface="Arial"/>
              </a:rPr>
              <a:t>on </a:t>
            </a:r>
            <a:r>
              <a:rPr sz="1800" spc="-5">
                <a:solidFill>
                  <a:srgbClr val="404040"/>
                </a:solidFill>
                <a:latin typeface="Arial"/>
                <a:cs typeface="Arial"/>
              </a:rPr>
              <a:t>blade </a:t>
            </a:r>
            <a:r>
              <a:rPr sz="1800" spc="5">
                <a:solidFill>
                  <a:srgbClr val="404040"/>
                </a:solidFill>
                <a:latin typeface="Arial"/>
                <a:cs typeface="Arial"/>
              </a:rPr>
              <a:t>profile.  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Separation </a:t>
            </a:r>
            <a:r>
              <a:rPr sz="1800" spc="55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800" spc="15">
                <a:solidFill>
                  <a:srgbClr val="404040"/>
                </a:solidFill>
                <a:latin typeface="Arial"/>
                <a:cs typeface="Arial"/>
              </a:rPr>
              <a:t>boundary </a:t>
            </a:r>
            <a:r>
              <a:rPr sz="1800" spc="-30">
                <a:solidFill>
                  <a:srgbClr val="404040"/>
                </a:solidFill>
                <a:latin typeface="Arial"/>
                <a:cs typeface="Arial"/>
              </a:rPr>
              <a:t>layer </a:t>
            </a:r>
            <a:r>
              <a:rPr sz="1800" spc="-35">
                <a:solidFill>
                  <a:srgbClr val="404040"/>
                </a:solidFill>
                <a:latin typeface="Arial"/>
                <a:cs typeface="Arial"/>
              </a:rPr>
              <a:t>occurs </a:t>
            </a:r>
            <a:r>
              <a:rPr sz="1800" spc="-10">
                <a:solidFill>
                  <a:srgbClr val="404040"/>
                </a:solidFill>
                <a:latin typeface="Arial"/>
                <a:cs typeface="Arial"/>
              </a:rPr>
              <a:t>when </a:t>
            </a:r>
            <a:r>
              <a:rPr sz="1800" spc="-50">
                <a:solidFill>
                  <a:srgbClr val="404040"/>
                </a:solidFill>
                <a:latin typeface="Arial"/>
                <a:cs typeface="Arial"/>
              </a:rPr>
              <a:t>adverse </a:t>
            </a:r>
            <a:r>
              <a:rPr sz="1800" spc="-40">
                <a:solidFill>
                  <a:srgbClr val="404040"/>
                </a:solidFill>
                <a:latin typeface="Arial"/>
                <a:cs typeface="Arial"/>
              </a:rPr>
              <a:t>pressure </a:t>
            </a:r>
            <a:r>
              <a:rPr sz="1800" spc="15">
                <a:solidFill>
                  <a:srgbClr val="404040"/>
                </a:solidFill>
                <a:latin typeface="Arial"/>
                <a:cs typeface="Arial"/>
              </a:rPr>
              <a:t>gradient </a:t>
            </a:r>
            <a:r>
              <a:rPr sz="1800" spc="35">
                <a:solidFill>
                  <a:srgbClr val="404040"/>
                </a:solidFill>
                <a:latin typeface="Arial"/>
                <a:cs typeface="Arial"/>
              </a:rPr>
              <a:t>on </a:t>
            </a:r>
            <a:r>
              <a:rPr sz="1800" spc="-40">
                <a:solidFill>
                  <a:srgbClr val="404040"/>
                </a:solidFill>
                <a:latin typeface="Arial"/>
                <a:cs typeface="Arial"/>
              </a:rPr>
              <a:t>surface </a:t>
            </a:r>
            <a:r>
              <a:rPr sz="1800" spc="-30">
                <a:solidFill>
                  <a:srgbClr val="404040"/>
                </a:solidFill>
                <a:latin typeface="Arial"/>
                <a:cs typeface="Arial"/>
              </a:rPr>
              <a:t>becomes </a:t>
            </a:r>
            <a:r>
              <a:rPr sz="1800" spc="65">
                <a:solidFill>
                  <a:srgbClr val="404040"/>
                </a:solidFill>
                <a:latin typeface="Arial"/>
                <a:cs typeface="Arial"/>
              </a:rPr>
              <a:t>too </a:t>
            </a:r>
            <a:r>
              <a:rPr sz="1800" spc="-40">
                <a:solidFill>
                  <a:srgbClr val="404040"/>
                </a:solidFill>
                <a:latin typeface="Arial"/>
                <a:cs typeface="Arial"/>
              </a:rPr>
              <a:t>steep,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this  </a:t>
            </a:r>
            <a:r>
              <a:rPr sz="1800" spc="-60">
                <a:solidFill>
                  <a:srgbClr val="404040"/>
                </a:solidFill>
                <a:latin typeface="Arial"/>
                <a:cs typeface="Arial"/>
              </a:rPr>
              <a:t>increases </a:t>
            </a:r>
            <a:r>
              <a:rPr sz="1800" spc="25">
                <a:solidFill>
                  <a:srgbClr val="404040"/>
                </a:solidFill>
                <a:latin typeface="Arial"/>
                <a:cs typeface="Arial"/>
              </a:rPr>
              <a:t>profile </a:t>
            </a:r>
            <a:r>
              <a:rPr sz="1800" spc="-65">
                <a:solidFill>
                  <a:srgbClr val="404040"/>
                </a:solidFill>
                <a:latin typeface="Arial"/>
                <a:cs typeface="Arial"/>
              </a:rPr>
              <a:t>loss.</a:t>
            </a:r>
            <a:endParaRPr sz="1800">
              <a:latin typeface="Arial"/>
              <a:cs typeface="Arial"/>
            </a:endParaRPr>
          </a:p>
          <a:p>
            <a:pPr marL="354965" marR="5080" indent="-342900" algn="just">
              <a:lnSpc>
                <a:spcPct val="146500"/>
              </a:lnSpc>
              <a:spcBef>
                <a:spcPts val="930"/>
              </a:spcBef>
              <a:buClr>
                <a:srgbClr val="B31166"/>
              </a:buClr>
              <a:buSzPct val="78947"/>
              <a:buAutoNum type="arabicPeriod"/>
              <a:tabLst>
                <a:tab pos="355600" algn="l"/>
              </a:tabLst>
            </a:pPr>
            <a:r>
              <a:rPr sz="1900" i="1" u="heavy" spc="-7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Annulus </a:t>
            </a:r>
            <a:r>
              <a:rPr sz="1900" i="1" u="heavy" spc="-15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Loss: </a:t>
            </a:r>
            <a:r>
              <a:rPr sz="1900" i="1" u="heavy" spc="85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-</a:t>
            </a:r>
            <a:r>
              <a:rPr sz="1900" i="1" spc="8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40">
                <a:solidFill>
                  <a:srgbClr val="404040"/>
                </a:solidFill>
                <a:latin typeface="Arial"/>
                <a:cs typeface="Arial"/>
              </a:rPr>
              <a:t>It </a:t>
            </a:r>
            <a:r>
              <a:rPr sz="1800" spc="-55">
                <a:solidFill>
                  <a:srgbClr val="404040"/>
                </a:solidFill>
                <a:latin typeface="Arial"/>
                <a:cs typeface="Arial"/>
              </a:rPr>
              <a:t>is </a:t>
            </a:r>
            <a:r>
              <a:rPr sz="1800" spc="30">
                <a:solidFill>
                  <a:srgbClr val="404040"/>
                </a:solidFill>
                <a:latin typeface="Arial"/>
                <a:cs typeface="Arial"/>
              </a:rPr>
              <a:t>friction </a:t>
            </a:r>
            <a:r>
              <a:rPr sz="1800" spc="-55">
                <a:solidFill>
                  <a:srgbClr val="404040"/>
                </a:solidFill>
                <a:latin typeface="Arial"/>
                <a:cs typeface="Arial"/>
              </a:rPr>
              <a:t>loss </a:t>
            </a:r>
            <a:r>
              <a:rPr sz="1800" spc="235">
                <a:solidFill>
                  <a:srgbClr val="404040"/>
                </a:solidFill>
                <a:latin typeface="Arial"/>
                <a:cs typeface="Arial"/>
              </a:rPr>
              <a:t>&amp; </a:t>
            </a:r>
            <a:r>
              <a:rPr sz="1800" spc="-35">
                <a:solidFill>
                  <a:srgbClr val="404040"/>
                </a:solidFill>
                <a:latin typeface="Arial"/>
                <a:cs typeface="Arial"/>
              </a:rPr>
              <a:t>occurs </a:t>
            </a:r>
            <a:r>
              <a:rPr sz="1800" spc="5">
                <a:solidFill>
                  <a:srgbClr val="404040"/>
                </a:solidFill>
                <a:latin typeface="Arial"/>
                <a:cs typeface="Arial"/>
              </a:rPr>
              <a:t>due </a:t>
            </a:r>
            <a:r>
              <a:rPr sz="1800" spc="80">
                <a:solidFill>
                  <a:srgbClr val="404040"/>
                </a:solidFill>
                <a:latin typeface="Arial"/>
                <a:cs typeface="Arial"/>
              </a:rPr>
              <a:t>to </a:t>
            </a:r>
            <a:r>
              <a:rPr sz="1800" spc="-20">
                <a:solidFill>
                  <a:srgbClr val="404040"/>
                </a:solidFill>
                <a:latin typeface="Arial"/>
                <a:cs typeface="Arial"/>
              </a:rPr>
              <a:t>compressor 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annulus </a:t>
            </a:r>
            <a:r>
              <a:rPr sz="1800" spc="-35">
                <a:solidFill>
                  <a:srgbClr val="404040"/>
                </a:solidFill>
                <a:latin typeface="Arial"/>
                <a:cs typeface="Arial"/>
              </a:rPr>
              <a:t>walls </a:t>
            </a:r>
            <a:r>
              <a:rPr sz="1800" spc="30">
                <a:solidFill>
                  <a:srgbClr val="404040"/>
                </a:solidFill>
                <a:latin typeface="Arial"/>
                <a:cs typeface="Arial"/>
              </a:rPr>
              <a:t>friction </a:t>
            </a:r>
            <a:r>
              <a:rPr sz="1800" spc="-114">
                <a:solidFill>
                  <a:srgbClr val="404040"/>
                </a:solidFill>
                <a:latin typeface="Arial"/>
                <a:cs typeface="Arial"/>
              </a:rPr>
              <a:t>as </a:t>
            </a:r>
            <a:r>
              <a:rPr sz="1800" spc="-20">
                <a:solidFill>
                  <a:srgbClr val="404040"/>
                </a:solidFill>
                <a:latin typeface="Arial"/>
                <a:cs typeface="Arial"/>
              </a:rPr>
              <a:t>shown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in </a:t>
            </a:r>
            <a:r>
              <a:rPr sz="1800" spc="5">
                <a:solidFill>
                  <a:srgbClr val="404040"/>
                </a:solidFill>
                <a:latin typeface="Arial"/>
                <a:cs typeface="Arial"/>
              </a:rPr>
              <a:t>fig. </a:t>
            </a:r>
            <a:r>
              <a:rPr sz="1800" spc="-30">
                <a:solidFill>
                  <a:srgbClr val="404040"/>
                </a:solidFill>
                <a:latin typeface="Arial"/>
                <a:cs typeface="Arial"/>
              </a:rPr>
              <a:t>Due </a:t>
            </a:r>
            <a:r>
              <a:rPr sz="1800" spc="80">
                <a:solidFill>
                  <a:srgbClr val="404040"/>
                </a:solidFill>
                <a:latin typeface="Arial"/>
                <a:cs typeface="Arial"/>
              </a:rPr>
              <a:t>to  </a:t>
            </a:r>
            <a:r>
              <a:rPr sz="1800" spc="30">
                <a:solidFill>
                  <a:srgbClr val="404040"/>
                </a:solidFill>
                <a:latin typeface="Arial"/>
                <a:cs typeface="Arial"/>
              </a:rPr>
              <a:t>friction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1800" spc="-35">
                <a:solidFill>
                  <a:srgbClr val="404040"/>
                </a:solidFill>
                <a:latin typeface="Arial"/>
                <a:cs typeface="Arial"/>
              </a:rPr>
              <a:t>pressure </a:t>
            </a:r>
            <a:r>
              <a:rPr sz="1800" spc="-50">
                <a:solidFill>
                  <a:srgbClr val="404040"/>
                </a:solidFill>
                <a:latin typeface="Arial"/>
                <a:cs typeface="Arial"/>
              </a:rPr>
              <a:t>loss</a:t>
            </a:r>
            <a:r>
              <a:rPr sz="1800" spc="-1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65">
                <a:solidFill>
                  <a:srgbClr val="404040"/>
                </a:solidFill>
                <a:latin typeface="Arial"/>
                <a:cs typeface="Arial"/>
              </a:rPr>
              <a:t>increases.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686233" y="3899312"/>
            <a:ext cx="4679315" cy="2464011"/>
            <a:chOff x="6966203" y="4732019"/>
            <a:chExt cx="4095115" cy="1922145"/>
          </a:xfrm>
        </p:grpSpPr>
        <p:sp>
          <p:nvSpPr>
            <p:cNvPr id="5" name="object 5"/>
            <p:cNvSpPr/>
            <p:nvPr/>
          </p:nvSpPr>
          <p:spPr>
            <a:xfrm>
              <a:off x="6970774" y="4736626"/>
              <a:ext cx="4079345" cy="191258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66203" y="4732019"/>
              <a:ext cx="4095115" cy="1922145"/>
            </a:xfrm>
            <a:custGeom>
              <a:avLst/>
              <a:gdLst/>
              <a:ahLst/>
              <a:cxnLst/>
              <a:rect l="l" t="t" r="r" b="b"/>
              <a:pathLst>
                <a:path w="4095115" h="1922145">
                  <a:moveTo>
                    <a:pt x="0" y="1921764"/>
                  </a:moveTo>
                  <a:lnTo>
                    <a:pt x="4094988" y="1921764"/>
                  </a:lnTo>
                  <a:lnTo>
                    <a:pt x="4094988" y="0"/>
                  </a:lnTo>
                  <a:lnTo>
                    <a:pt x="0" y="0"/>
                  </a:lnTo>
                  <a:lnTo>
                    <a:pt x="0" y="1921764"/>
                  </a:lnTo>
                  <a:close/>
                </a:path>
              </a:pathLst>
            </a:custGeom>
            <a:ln w="9144">
              <a:solidFill>
                <a:srgbClr val="FF00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567543" y="460705"/>
            <a:ext cx="409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>
                <a:solidFill>
                  <a:srgbClr val="FFFFFF"/>
                </a:solidFill>
                <a:latin typeface="Arial"/>
                <a:cs typeface="Arial"/>
              </a:rPr>
              <a:t>18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7539" y="813951"/>
            <a:ext cx="431927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b="1" spc="-80"/>
              <a:t>Stage </a:t>
            </a:r>
            <a:r>
              <a:rPr lang="en-US" b="1" spc="-235"/>
              <a:t>Losses</a:t>
            </a:r>
            <a:r>
              <a:rPr lang="en-US" b="1" spc="-20"/>
              <a:t> </a:t>
            </a:r>
            <a:endParaRPr lang="en-US" b="1" spc="-30"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74872" y="803883"/>
            <a:ext cx="7694719" cy="3101490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065" marR="5080">
              <a:lnSpc>
                <a:spcPct val="99700"/>
              </a:lnSpc>
              <a:spcBef>
                <a:spcPts val="105"/>
              </a:spcBef>
              <a:tabLst>
                <a:tab pos="354965" algn="l"/>
              </a:tabLst>
            </a:pPr>
            <a:r>
              <a:rPr lang="en-US" sz="1900" i="1" spc="-95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3. </a:t>
            </a:r>
            <a:r>
              <a:rPr lang="en-US" sz="1900" i="1" u="heavy" spc="-95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Secondary</a:t>
            </a:r>
            <a:r>
              <a:rPr sz="1900" i="1" u="heavy" spc="-95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 </a:t>
            </a:r>
            <a:r>
              <a:rPr sz="1900" i="1" u="heavy" spc="-145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Loss: </a:t>
            </a:r>
            <a:r>
              <a:rPr sz="1900" i="1" u="heavy" spc="85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-</a:t>
            </a:r>
            <a:r>
              <a:rPr sz="1900" i="1" spc="8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60">
                <a:solidFill>
                  <a:srgbClr val="404040"/>
                </a:solidFill>
                <a:latin typeface="Arial"/>
                <a:cs typeface="Arial"/>
              </a:rPr>
              <a:t>This </a:t>
            </a:r>
            <a:r>
              <a:rPr sz="1800" spc="-50">
                <a:solidFill>
                  <a:srgbClr val="404040"/>
                </a:solidFill>
                <a:latin typeface="Arial"/>
                <a:cs typeface="Arial"/>
              </a:rPr>
              <a:t>loss </a:t>
            </a:r>
            <a:r>
              <a:rPr sz="1800" spc="-30">
                <a:solidFill>
                  <a:srgbClr val="404040"/>
                </a:solidFill>
                <a:latin typeface="Arial"/>
                <a:cs typeface="Arial"/>
              </a:rPr>
              <a:t>occurs </a:t>
            </a:r>
            <a:r>
              <a:rPr sz="1800" spc="5">
                <a:solidFill>
                  <a:srgbClr val="404040"/>
                </a:solidFill>
                <a:latin typeface="Arial"/>
                <a:cs typeface="Arial"/>
              </a:rPr>
              <a:t>due </a:t>
            </a:r>
            <a:r>
              <a:rPr sz="1800" spc="80">
                <a:solidFill>
                  <a:srgbClr val="404040"/>
                </a:solidFill>
                <a:latin typeface="Arial"/>
                <a:cs typeface="Arial"/>
              </a:rPr>
              <a:t>to 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secondary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flows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in 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blades </a:t>
            </a:r>
            <a:r>
              <a:rPr sz="1800" spc="-55">
                <a:solidFill>
                  <a:srgbClr val="404040"/>
                </a:solidFill>
                <a:latin typeface="Arial"/>
                <a:cs typeface="Arial"/>
              </a:rPr>
              <a:t>passage </a:t>
            </a:r>
            <a:r>
              <a:rPr sz="1800" spc="-110">
                <a:solidFill>
                  <a:srgbClr val="404040"/>
                </a:solidFill>
                <a:latin typeface="Arial"/>
                <a:cs typeface="Arial"/>
              </a:rPr>
              <a:t>as </a:t>
            </a:r>
            <a:r>
              <a:rPr sz="1800" spc="-10">
                <a:solidFill>
                  <a:srgbClr val="404040"/>
                </a:solidFill>
                <a:latin typeface="Arial"/>
                <a:cs typeface="Arial"/>
              </a:rPr>
              <a:t>shown </a:t>
            </a:r>
            <a:r>
              <a:rPr sz="1800" spc="25">
                <a:solidFill>
                  <a:srgbClr val="404040"/>
                </a:solidFill>
                <a:latin typeface="Arial"/>
                <a:cs typeface="Arial"/>
              </a:rPr>
              <a:t>in </a:t>
            </a:r>
            <a:r>
              <a:rPr sz="1800" spc="10">
                <a:solidFill>
                  <a:srgbClr val="404040"/>
                </a:solidFill>
                <a:latin typeface="Arial"/>
                <a:cs typeface="Arial"/>
              </a:rPr>
              <a:t>fig. </a:t>
            </a:r>
            <a:r>
              <a:rPr sz="1800" spc="-5">
                <a:solidFill>
                  <a:srgbClr val="404040"/>
                </a:solidFill>
                <a:latin typeface="Arial"/>
                <a:cs typeface="Arial"/>
              </a:rPr>
              <a:t>In </a:t>
            </a:r>
            <a:r>
              <a:rPr sz="1800" spc="-40">
                <a:solidFill>
                  <a:srgbClr val="404040"/>
                </a:solidFill>
                <a:latin typeface="Arial"/>
                <a:cs typeface="Arial"/>
              </a:rPr>
              <a:t>axial </a:t>
            </a:r>
            <a:r>
              <a:rPr sz="1800" spc="35">
                <a:solidFill>
                  <a:srgbClr val="404040"/>
                </a:solidFill>
                <a:latin typeface="Arial"/>
                <a:cs typeface="Arial"/>
              </a:rPr>
              <a:t>flow</a:t>
            </a:r>
            <a:r>
              <a:rPr lang="en-US" spc="35">
                <a:solidFill>
                  <a:srgbClr val="404040"/>
                </a:solidFill>
                <a:latin typeface="Arial"/>
                <a:cs typeface="Arial"/>
              </a:rPr>
              <a:t> </a:t>
            </a:r>
            <a:r>
              <a:rPr sz="1800" spc="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20">
                <a:solidFill>
                  <a:srgbClr val="404040"/>
                </a:solidFill>
                <a:latin typeface="Arial"/>
                <a:cs typeface="Arial"/>
              </a:rPr>
              <a:t>compressor </a:t>
            </a:r>
            <a:r>
              <a:rPr sz="1800" spc="-10">
                <a:solidFill>
                  <a:srgbClr val="404040"/>
                </a:solidFill>
                <a:latin typeface="Arial"/>
                <a:cs typeface="Arial"/>
              </a:rPr>
              <a:t>certain </a:t>
            </a:r>
            <a:r>
              <a:rPr sz="1800" spc="-30">
                <a:solidFill>
                  <a:srgbClr val="404040"/>
                </a:solidFill>
                <a:latin typeface="Arial"/>
                <a:cs typeface="Arial"/>
              </a:rPr>
              <a:t>secondary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flows </a:t>
            </a:r>
            <a:r>
              <a:rPr sz="1800" spc="-45">
                <a:solidFill>
                  <a:srgbClr val="404040"/>
                </a:solidFill>
                <a:latin typeface="Arial"/>
                <a:cs typeface="Arial"/>
              </a:rPr>
              <a:t>are </a:t>
            </a:r>
            <a:r>
              <a:rPr sz="1800" spc="10">
                <a:solidFill>
                  <a:srgbClr val="404040"/>
                </a:solidFill>
                <a:latin typeface="Arial"/>
                <a:cs typeface="Arial"/>
              </a:rPr>
              <a:t>produced by combined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effect </a:t>
            </a:r>
            <a:r>
              <a:rPr sz="1800" spc="55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800" spc="-10">
                <a:solidFill>
                  <a:srgbClr val="404040"/>
                </a:solidFill>
                <a:latin typeface="Arial"/>
                <a:cs typeface="Arial"/>
              </a:rPr>
              <a:t>curvature </a:t>
            </a:r>
            <a:r>
              <a:rPr sz="1800" spc="235">
                <a:solidFill>
                  <a:srgbClr val="404040"/>
                </a:solidFill>
                <a:latin typeface="Arial"/>
                <a:cs typeface="Arial"/>
              </a:rPr>
              <a:t>&amp; </a:t>
            </a:r>
            <a:r>
              <a:rPr sz="1800" spc="10">
                <a:solidFill>
                  <a:srgbClr val="404040"/>
                </a:solidFill>
                <a:latin typeface="Arial"/>
                <a:cs typeface="Arial"/>
              </a:rPr>
              <a:t>boundary </a:t>
            </a:r>
            <a:r>
              <a:rPr sz="1800" spc="-40">
                <a:solidFill>
                  <a:srgbClr val="404040"/>
                </a:solidFill>
                <a:latin typeface="Arial"/>
                <a:cs typeface="Arial"/>
              </a:rPr>
              <a:t>layer. </a:t>
            </a:r>
            <a:r>
              <a:rPr sz="1800" spc="40">
                <a:solidFill>
                  <a:srgbClr val="404040"/>
                </a:solidFill>
                <a:latin typeface="Arial"/>
                <a:cs typeface="Arial"/>
              </a:rPr>
              <a:t>It</a:t>
            </a:r>
            <a:r>
              <a:rPr sz="1800" spc="-20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60">
                <a:solidFill>
                  <a:srgbClr val="404040"/>
                </a:solidFill>
                <a:latin typeface="Arial"/>
                <a:cs typeface="Arial"/>
              </a:rPr>
              <a:t>is</a:t>
            </a:r>
            <a:r>
              <a:rPr lang="en-US" spc="-60">
                <a:solidFill>
                  <a:srgbClr val="404040"/>
                </a:solidFill>
                <a:latin typeface="Arial"/>
                <a:cs typeface="Arial"/>
              </a:rPr>
              <a:t> </a:t>
            </a:r>
            <a:r>
              <a:rPr sz="1800" spc="-6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15">
                <a:solidFill>
                  <a:srgbClr val="404040"/>
                </a:solidFill>
                <a:latin typeface="Arial"/>
                <a:cs typeface="Arial"/>
              </a:rPr>
              <a:t>produced </a:t>
            </a:r>
            <a:r>
              <a:rPr sz="1800" spc="-10">
                <a:solidFill>
                  <a:srgbClr val="404040"/>
                </a:solidFill>
                <a:latin typeface="Arial"/>
                <a:cs typeface="Arial"/>
              </a:rPr>
              <a:t>when </a:t>
            </a:r>
            <a:r>
              <a:rPr sz="1800" spc="-90">
                <a:solidFill>
                  <a:srgbClr val="404040"/>
                </a:solidFill>
                <a:latin typeface="Arial"/>
                <a:cs typeface="Arial"/>
              </a:rPr>
              <a:t>a </a:t>
            </a:r>
            <a:r>
              <a:rPr sz="1800" spc="-20">
                <a:solidFill>
                  <a:srgbClr val="404040"/>
                </a:solidFill>
                <a:latin typeface="Arial"/>
                <a:cs typeface="Arial"/>
              </a:rPr>
              <a:t>stream-wise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component </a:t>
            </a:r>
            <a:r>
              <a:rPr sz="1800" spc="55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velocity </a:t>
            </a:r>
            <a:r>
              <a:rPr sz="1800" spc="-55">
                <a:solidFill>
                  <a:srgbClr val="404040"/>
                </a:solidFill>
                <a:latin typeface="Arial"/>
                <a:cs typeface="Arial"/>
              </a:rPr>
              <a:t>is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developed </a:t>
            </a:r>
            <a:r>
              <a:rPr sz="1800" spc="45">
                <a:solidFill>
                  <a:srgbClr val="404040"/>
                </a:solidFill>
                <a:latin typeface="Arial"/>
                <a:cs typeface="Arial"/>
              </a:rPr>
              <a:t>from </a:t>
            </a:r>
            <a:r>
              <a:rPr sz="1800" spc="15">
                <a:solidFill>
                  <a:srgbClr val="404040"/>
                </a:solidFill>
                <a:latin typeface="Arial"/>
                <a:cs typeface="Arial"/>
              </a:rPr>
              <a:t>deflection </a:t>
            </a:r>
            <a:r>
              <a:rPr sz="1800" spc="55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800" spc="-35">
                <a:solidFill>
                  <a:srgbClr val="404040"/>
                </a:solidFill>
                <a:latin typeface="Arial"/>
                <a:cs typeface="Arial"/>
              </a:rPr>
              <a:t>an </a:t>
            </a:r>
            <a:r>
              <a:rPr sz="1800" spc="15">
                <a:solidFill>
                  <a:srgbClr val="404040"/>
                </a:solidFill>
                <a:latin typeface="Arial"/>
                <a:cs typeface="Arial"/>
              </a:rPr>
              <a:t>initially </a:t>
            </a:r>
            <a:r>
              <a:rPr sz="1800" spc="-40">
                <a:solidFill>
                  <a:srgbClr val="404040"/>
                </a:solidFill>
                <a:latin typeface="Arial"/>
                <a:cs typeface="Arial"/>
              </a:rPr>
              <a:t>sheared</a:t>
            </a:r>
            <a:r>
              <a:rPr lang="en-US" spc="-40">
                <a:solidFill>
                  <a:srgbClr val="404040"/>
                </a:solidFill>
                <a:latin typeface="Arial"/>
                <a:cs typeface="Arial"/>
              </a:rPr>
              <a:t> </a:t>
            </a:r>
            <a:r>
              <a:rPr sz="1800" spc="-4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pc="5">
                <a:solidFill>
                  <a:srgbClr val="404040"/>
                </a:solidFill>
                <a:latin typeface="Arial"/>
                <a:cs typeface="Arial"/>
              </a:rPr>
              <a:t>flow.</a:t>
            </a:r>
            <a:endParaRPr lang="en-US">
              <a:solidFill>
                <a:srgbClr val="000000"/>
              </a:solidFill>
              <a:latin typeface="Corbel" panose="020B0503020204020204"/>
              <a:cs typeface="Arial"/>
            </a:endParaRPr>
          </a:p>
          <a:p>
            <a:pPr marL="12065" marR="5080">
              <a:lnSpc>
                <a:spcPct val="99700"/>
              </a:lnSpc>
              <a:spcBef>
                <a:spcPts val="105"/>
              </a:spcBef>
              <a:tabLst>
                <a:tab pos="354965" algn="l"/>
              </a:tabLst>
            </a:pPr>
            <a:endParaRPr lang="en-US" i="1" u="sng" spc="5">
              <a:solidFill>
                <a:srgbClr val="404040"/>
              </a:solidFill>
              <a:latin typeface="Arial"/>
              <a:cs typeface="Arial"/>
            </a:endParaRPr>
          </a:p>
          <a:p>
            <a:pPr marL="12065" marR="5080">
              <a:lnSpc>
                <a:spcPct val="99700"/>
              </a:lnSpc>
              <a:spcBef>
                <a:spcPts val="105"/>
              </a:spcBef>
              <a:tabLst>
                <a:tab pos="354965" algn="l"/>
              </a:tabLst>
            </a:pPr>
            <a:r>
              <a:rPr lang="en-US" i="1" spc="5">
                <a:solidFill>
                  <a:srgbClr val="404040"/>
                </a:solidFill>
                <a:latin typeface="Arial"/>
                <a:cs typeface="Arial"/>
              </a:rPr>
              <a:t> 4.</a:t>
            </a:r>
            <a:r>
              <a:rPr lang="en-US" i="1" u="sng" spc="5">
                <a:solidFill>
                  <a:srgbClr val="404040"/>
                </a:solidFill>
                <a:latin typeface="Arial"/>
                <a:cs typeface="Arial"/>
              </a:rPr>
              <a:t>Tip Leakage Loss: -</a:t>
            </a:r>
            <a:r>
              <a:rPr lang="en-US" i="1" spc="5">
                <a:solidFill>
                  <a:srgbClr val="404040"/>
                </a:solidFill>
                <a:latin typeface="Arial"/>
                <a:cs typeface="Arial"/>
              </a:rPr>
              <a:t> </a:t>
            </a:r>
            <a:r>
              <a:rPr lang="en-US" spc="5">
                <a:solidFill>
                  <a:srgbClr val="404040"/>
                </a:solidFill>
                <a:latin typeface="Arial"/>
                <a:cs typeface="Arial"/>
              </a:rPr>
              <a:t>Tip clearance between blades &amp; casing causes leakage of fluid from pressure side to  suction side of blades as shown in fig. Therefore scraped up boundary layer of casing increases tip  leakage &amp; generates additional secondary flow.</a:t>
            </a:r>
            <a:endParaRPr lang="en-US"/>
          </a:p>
        </p:txBody>
      </p:sp>
      <p:grpSp>
        <p:nvGrpSpPr>
          <p:cNvPr id="4" name="object 4"/>
          <p:cNvGrpSpPr/>
          <p:nvPr/>
        </p:nvGrpSpPr>
        <p:grpSpPr>
          <a:xfrm>
            <a:off x="86003" y="3500425"/>
            <a:ext cx="3194120" cy="2092183"/>
            <a:chOff x="4274819" y="4334256"/>
            <a:chExt cx="3657600" cy="2056130"/>
          </a:xfrm>
        </p:grpSpPr>
        <p:sp>
          <p:nvSpPr>
            <p:cNvPr id="5" name="object 5"/>
            <p:cNvSpPr/>
            <p:nvPr/>
          </p:nvSpPr>
          <p:spPr>
            <a:xfrm>
              <a:off x="4279391" y="4338867"/>
              <a:ext cx="3641927" cy="204664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74819" y="4334256"/>
              <a:ext cx="3657600" cy="2056130"/>
            </a:xfrm>
            <a:custGeom>
              <a:avLst/>
              <a:gdLst/>
              <a:ahLst/>
              <a:cxnLst/>
              <a:rect l="l" t="t" r="r" b="b"/>
              <a:pathLst>
                <a:path w="3657600" h="2056129">
                  <a:moveTo>
                    <a:pt x="0" y="2055876"/>
                  </a:moveTo>
                  <a:lnTo>
                    <a:pt x="3657600" y="2055876"/>
                  </a:lnTo>
                  <a:lnTo>
                    <a:pt x="3657600" y="0"/>
                  </a:lnTo>
                  <a:lnTo>
                    <a:pt x="0" y="0"/>
                  </a:lnTo>
                  <a:lnTo>
                    <a:pt x="0" y="2055876"/>
                  </a:lnTo>
                  <a:close/>
                </a:path>
              </a:pathLst>
            </a:custGeom>
            <a:ln w="9144">
              <a:solidFill>
                <a:srgbClr val="FF00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567543" y="460705"/>
            <a:ext cx="409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>
                <a:solidFill>
                  <a:srgbClr val="FFFFFF"/>
                </a:solidFill>
                <a:latin typeface="Arial"/>
                <a:cs typeface="Arial"/>
              </a:rPr>
              <a:t>19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016881C9-5F54-4FC3-99B4-9EE1EAF3132F}"/>
              </a:ext>
            </a:extLst>
          </p:cNvPr>
          <p:cNvSpPr/>
          <p:nvPr/>
        </p:nvSpPr>
        <p:spPr>
          <a:xfrm>
            <a:off x="145399" y="1043346"/>
            <a:ext cx="3174564" cy="2084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873" y="2150393"/>
            <a:ext cx="3111022" cy="56682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927100" marR="5080" indent="-914400">
              <a:lnSpc>
                <a:spcPct val="100000"/>
              </a:lnSpc>
              <a:spcBef>
                <a:spcPts val="100"/>
              </a:spcBef>
            </a:pPr>
            <a:r>
              <a:rPr lang="en-US" b="1" spc="-80">
                <a:solidFill>
                  <a:schemeClr val="bg1"/>
                </a:solidFill>
              </a:rPr>
              <a:t>Advantages </a:t>
            </a:r>
            <a:r>
              <a:rPr lang="en-US" b="1" spc="-200">
                <a:solidFill>
                  <a:schemeClr val="bg1"/>
                </a:solidFill>
              </a:rPr>
              <a:t>of  </a:t>
            </a:r>
            <a:endParaRPr lang="en-US" b="1" spc="-140">
              <a:solidFill>
                <a:schemeClr val="bg1"/>
              </a:solidFill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22584" y="1671397"/>
            <a:ext cx="8020944" cy="275203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lang="en-US" sz="1800" b="1" u="heavy" spc="-100">
              <a:solidFill>
                <a:srgbClr val="404040"/>
              </a:solidFill>
              <a:uFill>
                <a:solidFill>
                  <a:srgbClr val="404040"/>
                </a:solidFill>
              </a:uFill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090"/>
              </a:spcBef>
              <a:buClr>
                <a:srgbClr val="B31166"/>
              </a:buClr>
              <a:buSzPct val="80555"/>
              <a:buAutoNum type="arabicPeriod"/>
              <a:tabLst>
                <a:tab pos="354965" algn="l"/>
                <a:tab pos="355600" algn="l"/>
              </a:tabLst>
            </a:pPr>
            <a:r>
              <a:rPr sz="1800" spc="15">
                <a:solidFill>
                  <a:srgbClr val="404040"/>
                </a:solidFill>
                <a:latin typeface="Arial"/>
                <a:cs typeface="Arial"/>
              </a:rPr>
              <a:t>High </a:t>
            </a:r>
            <a:r>
              <a:rPr sz="1800" spc="-30">
                <a:solidFill>
                  <a:srgbClr val="404040"/>
                </a:solidFill>
                <a:latin typeface="Arial"/>
                <a:cs typeface="Arial"/>
              </a:rPr>
              <a:t>peak</a:t>
            </a:r>
            <a:r>
              <a:rPr sz="1800" spc="-4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20">
                <a:solidFill>
                  <a:srgbClr val="404040"/>
                </a:solidFill>
                <a:latin typeface="Arial"/>
                <a:cs typeface="Arial"/>
              </a:rPr>
              <a:t>efficiency.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080"/>
              </a:spcBef>
              <a:buClr>
                <a:srgbClr val="B31166"/>
              </a:buClr>
              <a:buSzPct val="80555"/>
              <a:buAutoNum type="arabicPeriod"/>
              <a:tabLst>
                <a:tab pos="354965" algn="l"/>
                <a:tab pos="355600" algn="l"/>
              </a:tabLst>
            </a:pPr>
            <a:r>
              <a:rPr sz="1800" spc="-50">
                <a:solidFill>
                  <a:srgbClr val="404040"/>
                </a:solidFill>
                <a:latin typeface="Arial"/>
                <a:cs typeface="Arial"/>
              </a:rPr>
              <a:t>Small </a:t>
            </a:r>
            <a:r>
              <a:rPr sz="1800" spc="30">
                <a:solidFill>
                  <a:srgbClr val="404040"/>
                </a:solidFill>
                <a:latin typeface="Arial"/>
                <a:cs typeface="Arial"/>
              </a:rPr>
              <a:t>frontal </a:t>
            </a:r>
            <a:r>
              <a:rPr sz="1800" spc="-60">
                <a:solidFill>
                  <a:srgbClr val="404040"/>
                </a:solidFill>
                <a:latin typeface="Arial"/>
                <a:cs typeface="Arial"/>
              </a:rPr>
              <a:t>area </a:t>
            </a:r>
            <a:r>
              <a:rPr sz="1800" spc="45">
                <a:solidFill>
                  <a:srgbClr val="404040"/>
                </a:solidFill>
                <a:latin typeface="Arial"/>
                <a:cs typeface="Arial"/>
              </a:rPr>
              <a:t>for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given</a:t>
            </a:r>
            <a:r>
              <a:rPr sz="1800" spc="-5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5">
                <a:solidFill>
                  <a:srgbClr val="404040"/>
                </a:solidFill>
                <a:latin typeface="Arial"/>
                <a:cs typeface="Arial"/>
              </a:rPr>
              <a:t>flow.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075"/>
              </a:spcBef>
              <a:buClr>
                <a:srgbClr val="B31166"/>
              </a:buClr>
              <a:buSzPct val="80555"/>
              <a:buAutoNum type="arabicPeriod"/>
              <a:tabLst>
                <a:tab pos="354965" algn="l"/>
                <a:tab pos="355600" algn="l"/>
              </a:tabLst>
            </a:pPr>
            <a:r>
              <a:rPr sz="1800" spc="-5">
                <a:solidFill>
                  <a:srgbClr val="404040"/>
                </a:solidFill>
                <a:latin typeface="Arial"/>
                <a:cs typeface="Arial"/>
              </a:rPr>
              <a:t>Straight </a:t>
            </a:r>
            <a:r>
              <a:rPr sz="1800" spc="40">
                <a:solidFill>
                  <a:srgbClr val="404040"/>
                </a:solidFill>
                <a:latin typeface="Arial"/>
                <a:cs typeface="Arial"/>
              </a:rPr>
              <a:t>through </a:t>
            </a:r>
            <a:r>
              <a:rPr sz="1800" spc="5">
                <a:solidFill>
                  <a:srgbClr val="404040"/>
                </a:solidFill>
                <a:latin typeface="Arial"/>
                <a:cs typeface="Arial"/>
              </a:rPr>
              <a:t>flow, </a:t>
            </a:r>
            <a:r>
              <a:rPr sz="1800" spc="10">
                <a:solidFill>
                  <a:srgbClr val="404040"/>
                </a:solidFill>
                <a:latin typeface="Arial"/>
                <a:cs typeface="Arial"/>
              </a:rPr>
              <a:t>allowing </a:t>
            </a:r>
            <a:r>
              <a:rPr sz="1800" spc="30">
                <a:solidFill>
                  <a:srgbClr val="404040"/>
                </a:solidFill>
                <a:latin typeface="Arial"/>
                <a:cs typeface="Arial"/>
              </a:rPr>
              <a:t>high </a:t>
            </a:r>
            <a:r>
              <a:rPr sz="1800" spc="-10">
                <a:solidFill>
                  <a:srgbClr val="404040"/>
                </a:solidFill>
                <a:latin typeface="Arial"/>
                <a:cs typeface="Arial"/>
              </a:rPr>
              <a:t>ram</a:t>
            </a:r>
            <a:r>
              <a:rPr sz="1800" spc="-17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20">
                <a:solidFill>
                  <a:srgbClr val="404040"/>
                </a:solidFill>
                <a:latin typeface="Arial"/>
                <a:cs typeface="Arial"/>
              </a:rPr>
              <a:t>efficiency.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090"/>
              </a:spcBef>
              <a:buClr>
                <a:srgbClr val="B31166"/>
              </a:buClr>
              <a:buSzPct val="80555"/>
              <a:buAutoNum type="arabicPeriod"/>
              <a:tabLst>
                <a:tab pos="354965" algn="l"/>
                <a:tab pos="355600" algn="l"/>
              </a:tabLst>
            </a:pPr>
            <a:r>
              <a:rPr sz="1800" spc="-40">
                <a:solidFill>
                  <a:srgbClr val="404040"/>
                </a:solidFill>
                <a:latin typeface="Arial"/>
                <a:cs typeface="Arial"/>
              </a:rPr>
              <a:t>Increased pressure rise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due </a:t>
            </a:r>
            <a:r>
              <a:rPr sz="1800" spc="80">
                <a:solidFill>
                  <a:srgbClr val="404040"/>
                </a:solidFill>
                <a:latin typeface="Arial"/>
                <a:cs typeface="Arial"/>
              </a:rPr>
              <a:t>to </a:t>
            </a:r>
            <a:r>
              <a:rPr sz="1800" spc="-35">
                <a:solidFill>
                  <a:srgbClr val="404040"/>
                </a:solidFill>
                <a:latin typeface="Arial"/>
                <a:cs typeface="Arial"/>
              </a:rPr>
              <a:t>increased </a:t>
            </a:r>
            <a:r>
              <a:rPr sz="1800" spc="15">
                <a:solidFill>
                  <a:srgbClr val="404040"/>
                </a:solidFill>
                <a:latin typeface="Arial"/>
                <a:cs typeface="Arial"/>
              </a:rPr>
              <a:t>number </a:t>
            </a:r>
            <a:r>
              <a:rPr sz="1800" spc="55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800" spc="-50">
                <a:solidFill>
                  <a:srgbClr val="404040"/>
                </a:solidFill>
                <a:latin typeface="Arial"/>
                <a:cs typeface="Arial"/>
              </a:rPr>
              <a:t>stages </a:t>
            </a:r>
            <a:r>
              <a:rPr sz="1800" spc="35">
                <a:solidFill>
                  <a:srgbClr val="404040"/>
                </a:solidFill>
                <a:latin typeface="Arial"/>
                <a:cs typeface="Arial"/>
              </a:rPr>
              <a:t>with </a:t>
            </a:r>
            <a:r>
              <a:rPr sz="1800" spc="15">
                <a:solidFill>
                  <a:srgbClr val="404040"/>
                </a:solidFill>
                <a:latin typeface="Arial"/>
                <a:cs typeface="Arial"/>
              </a:rPr>
              <a:t>negligible</a:t>
            </a:r>
            <a:r>
              <a:rPr sz="1800" spc="-8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75">
                <a:solidFill>
                  <a:srgbClr val="404040"/>
                </a:solidFill>
                <a:latin typeface="Arial"/>
                <a:cs typeface="Arial"/>
              </a:rPr>
              <a:t>losses.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67543" y="460705"/>
            <a:ext cx="409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>
                <a:solidFill>
                  <a:srgbClr val="FFFFFF"/>
                </a:solidFill>
                <a:latin typeface="Arial"/>
                <a:cs typeface="Arial"/>
              </a:rPr>
              <a:t>21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6EF07C-0317-4614-B214-8C02FB03D8A6}"/>
              </a:ext>
            </a:extLst>
          </p:cNvPr>
          <p:cNvSpPr txBox="1"/>
          <p:nvPr/>
        </p:nvSpPr>
        <p:spPr>
          <a:xfrm>
            <a:off x="-60632" y="2725175"/>
            <a:ext cx="327578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FFFF"/>
                </a:solidFill>
              </a:rPr>
              <a:t>  </a:t>
            </a:r>
            <a:r>
              <a:rPr lang="en-US" sz="3600" b="1">
                <a:solidFill>
                  <a:srgbClr val="FFFFFF"/>
                </a:solidFill>
              </a:rPr>
              <a:t>Axial Flow </a:t>
            </a:r>
            <a:endParaRPr lang="en-US"/>
          </a:p>
          <a:p>
            <a:r>
              <a:rPr lang="en-US" sz="3600" b="1">
                <a:solidFill>
                  <a:srgbClr val="FFFFFF"/>
                </a:solidFill>
              </a:rPr>
              <a:t>Compressor</a:t>
            </a:r>
            <a:r>
              <a:rPr lang="en-US" sz="3600"/>
              <a:t>​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667" y="2417232"/>
            <a:ext cx="2709333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215">
                <a:solidFill>
                  <a:schemeClr val="bg1"/>
                </a:solidFill>
              </a:rPr>
              <a:t>Disadvantages </a:t>
            </a:r>
            <a:r>
              <a:rPr lang="en-US" b="1" spc="-95">
                <a:solidFill>
                  <a:schemeClr val="bg1"/>
                </a:solidFill>
              </a:rPr>
              <a:t>of </a:t>
            </a:r>
            <a:r>
              <a:rPr lang="en-US" b="1" spc="-235">
                <a:solidFill>
                  <a:schemeClr val="bg1"/>
                </a:solidFill>
              </a:rPr>
              <a:t>Axial Flow</a:t>
            </a:r>
            <a:r>
              <a:rPr lang="en-US" b="1" spc="-90">
                <a:solidFill>
                  <a:schemeClr val="bg1"/>
                </a:solidFill>
              </a:rPr>
              <a:t> </a:t>
            </a:r>
            <a:r>
              <a:rPr lang="en-US" b="1" spc="-245">
                <a:solidFill>
                  <a:schemeClr val="bg1"/>
                </a:solidFill>
              </a:rPr>
              <a:t>Compressor</a:t>
            </a:r>
            <a:endParaRPr lang="en-US" b="1" spc="-245">
              <a:solidFill>
                <a:schemeClr val="bg1"/>
              </a:solidFill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67498" y="1644489"/>
            <a:ext cx="7500417" cy="2446182"/>
          </a:xfrm>
          <a:prstGeom prst="rect">
            <a:avLst/>
          </a:prstGeom>
        </p:spPr>
        <p:txBody>
          <a:bodyPr vert="horz" wrap="square" lIns="0" tIns="14160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115"/>
              </a:spcBef>
              <a:tabLst>
                <a:tab pos="354965" algn="l"/>
              </a:tabLst>
            </a:pPr>
            <a:endParaRPr lang="en-US" sz="1800" b="1" u="heavy" spc="-100">
              <a:solidFill>
                <a:srgbClr val="404040"/>
              </a:solidFill>
              <a:uFill>
                <a:solidFill>
                  <a:srgbClr val="404040"/>
                </a:solidFill>
              </a:uFill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10"/>
              </a:spcBef>
              <a:buClr>
                <a:srgbClr val="B31166"/>
              </a:buClr>
              <a:buSzPct val="80555"/>
              <a:buAutoNum type="arabicPeriod"/>
              <a:tabLst>
                <a:tab pos="354965" algn="l"/>
                <a:tab pos="355600" algn="l"/>
              </a:tabLst>
            </a:pP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Good </a:t>
            </a:r>
            <a:r>
              <a:rPr sz="1800" spc="-10">
                <a:solidFill>
                  <a:srgbClr val="404040"/>
                </a:solidFill>
                <a:latin typeface="Arial"/>
                <a:cs typeface="Arial"/>
              </a:rPr>
              <a:t>efficiency </a:t>
            </a:r>
            <a:r>
              <a:rPr sz="1800" spc="-5">
                <a:solidFill>
                  <a:srgbClr val="404040"/>
                </a:solidFill>
                <a:latin typeface="Arial"/>
                <a:cs typeface="Arial"/>
              </a:rPr>
              <a:t>over </a:t>
            </a:r>
            <a:r>
              <a:rPr sz="1800" spc="5">
                <a:solidFill>
                  <a:srgbClr val="404040"/>
                </a:solidFill>
                <a:latin typeface="Arial"/>
                <a:cs typeface="Arial"/>
              </a:rPr>
              <a:t>narrow </a:t>
            </a:r>
            <a:r>
              <a:rPr sz="1800" spc="25">
                <a:solidFill>
                  <a:srgbClr val="404040"/>
                </a:solidFill>
                <a:latin typeface="Arial"/>
                <a:cs typeface="Arial"/>
              </a:rPr>
              <a:t>rotational </a:t>
            </a:r>
            <a:r>
              <a:rPr sz="1800" spc="-30">
                <a:solidFill>
                  <a:srgbClr val="404040"/>
                </a:solidFill>
                <a:latin typeface="Arial"/>
                <a:cs typeface="Arial"/>
              </a:rPr>
              <a:t>speed</a:t>
            </a:r>
            <a:r>
              <a:rPr sz="18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30">
                <a:solidFill>
                  <a:srgbClr val="404040"/>
                </a:solidFill>
                <a:latin typeface="Arial"/>
                <a:cs typeface="Arial"/>
              </a:rPr>
              <a:t>range.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B31166"/>
              </a:buClr>
              <a:buSzPct val="80555"/>
              <a:buAutoNum type="arabicPeriod"/>
              <a:tabLst>
                <a:tab pos="354965" algn="l"/>
                <a:tab pos="355600" algn="l"/>
              </a:tabLst>
            </a:pPr>
            <a:r>
              <a:rPr sz="1800" spc="15">
                <a:solidFill>
                  <a:srgbClr val="404040"/>
                </a:solidFill>
                <a:latin typeface="Arial"/>
                <a:cs typeface="Arial"/>
              </a:rPr>
              <a:t>Manufacturing </a:t>
            </a:r>
            <a:r>
              <a:rPr sz="1800" spc="-55">
                <a:solidFill>
                  <a:srgbClr val="404040"/>
                </a:solidFill>
                <a:latin typeface="Arial"/>
                <a:cs typeface="Arial"/>
              </a:rPr>
              <a:t>is</a:t>
            </a:r>
            <a:r>
              <a:rPr sz="1800" spc="-6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difficult.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B31166"/>
              </a:buClr>
              <a:buSzPct val="80555"/>
              <a:buAutoNum type="arabicPeriod"/>
              <a:tabLst>
                <a:tab pos="354965" algn="l"/>
                <a:tab pos="355600" algn="l"/>
              </a:tabLst>
            </a:pPr>
            <a:r>
              <a:rPr sz="1800" spc="-40">
                <a:solidFill>
                  <a:srgbClr val="404040"/>
                </a:solidFill>
                <a:latin typeface="Arial"/>
                <a:cs typeface="Arial"/>
              </a:rPr>
              <a:t>Cost </a:t>
            </a:r>
            <a:r>
              <a:rPr sz="1800" spc="-55">
                <a:solidFill>
                  <a:srgbClr val="404040"/>
                </a:solidFill>
                <a:latin typeface="Arial"/>
                <a:cs typeface="Arial"/>
              </a:rPr>
              <a:t>is </a:t>
            </a:r>
            <a:r>
              <a:rPr sz="1800" spc="-25">
                <a:solidFill>
                  <a:srgbClr val="404040"/>
                </a:solidFill>
                <a:latin typeface="Arial"/>
                <a:cs typeface="Arial"/>
              </a:rPr>
              <a:t>very</a:t>
            </a:r>
            <a:r>
              <a:rPr sz="1800" spc="4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404040"/>
                </a:solidFill>
                <a:latin typeface="Arial"/>
                <a:cs typeface="Arial"/>
              </a:rPr>
              <a:t>high.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10"/>
              </a:spcBef>
              <a:buClr>
                <a:srgbClr val="B31166"/>
              </a:buClr>
              <a:buSzPct val="80555"/>
              <a:buAutoNum type="arabicPeriod"/>
              <a:tabLst>
                <a:tab pos="354965" algn="l"/>
                <a:tab pos="355600" algn="l"/>
              </a:tabLst>
            </a:pPr>
            <a:r>
              <a:rPr sz="1800" spc="-50">
                <a:solidFill>
                  <a:srgbClr val="404040"/>
                </a:solidFill>
                <a:latin typeface="Arial"/>
                <a:cs typeface="Arial"/>
              </a:rPr>
              <a:t>Heavy</a:t>
            </a:r>
            <a:r>
              <a:rPr sz="1800" spc="-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5">
                <a:solidFill>
                  <a:srgbClr val="404040"/>
                </a:solidFill>
                <a:latin typeface="Arial"/>
                <a:cs typeface="Arial"/>
              </a:rPr>
              <a:t>weight.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B31166"/>
              </a:buClr>
              <a:buSzPct val="80555"/>
              <a:buAutoNum type="arabicPeriod"/>
              <a:tabLst>
                <a:tab pos="354965" algn="l"/>
                <a:tab pos="355600" algn="l"/>
              </a:tabLst>
            </a:pPr>
            <a:r>
              <a:rPr sz="1800" spc="20">
                <a:solidFill>
                  <a:srgbClr val="404040"/>
                </a:solidFill>
                <a:latin typeface="Arial"/>
                <a:cs typeface="Arial"/>
              </a:rPr>
              <a:t>High </a:t>
            </a:r>
            <a:r>
              <a:rPr sz="1800" spc="15">
                <a:solidFill>
                  <a:srgbClr val="404040"/>
                </a:solidFill>
                <a:latin typeface="Arial"/>
                <a:cs typeface="Arial"/>
              </a:rPr>
              <a:t>starting </a:t>
            </a:r>
            <a:r>
              <a:rPr sz="1800" spc="10">
                <a:solidFill>
                  <a:srgbClr val="404040"/>
                </a:solidFill>
                <a:latin typeface="Arial"/>
                <a:cs typeface="Arial"/>
              </a:rPr>
              <a:t>power</a:t>
            </a:r>
            <a:r>
              <a:rPr sz="1800" spc="-8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404040"/>
                </a:solidFill>
                <a:latin typeface="Arial"/>
                <a:cs typeface="Arial"/>
              </a:rPr>
              <a:t>requirements.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67543" y="460705"/>
            <a:ext cx="409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>
                <a:solidFill>
                  <a:srgbClr val="FFFFFF"/>
                </a:solidFill>
                <a:latin typeface="Arial"/>
                <a:cs typeface="Arial"/>
              </a:rPr>
              <a:t>22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314" y="2480510"/>
            <a:ext cx="3082714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45">
                <a:solidFill>
                  <a:schemeClr val="bg1"/>
                </a:solidFill>
              </a:rPr>
              <a:t>Application </a:t>
            </a:r>
            <a:r>
              <a:rPr lang="en-US" b="1" spc="-200">
                <a:solidFill>
                  <a:schemeClr val="bg1"/>
                </a:solidFill>
              </a:rPr>
              <a:t>of </a:t>
            </a:r>
            <a:r>
              <a:rPr lang="en-US" b="1" spc="45">
                <a:solidFill>
                  <a:schemeClr val="bg1"/>
                </a:solidFill>
              </a:rPr>
              <a:t>Axial </a:t>
            </a:r>
            <a:r>
              <a:rPr lang="en-US" b="1" spc="-65">
                <a:solidFill>
                  <a:schemeClr val="bg1"/>
                </a:solidFill>
              </a:rPr>
              <a:t>flow</a:t>
            </a:r>
            <a:r>
              <a:rPr lang="en-US" b="1" spc="-80">
                <a:solidFill>
                  <a:schemeClr val="bg1"/>
                </a:solidFill>
              </a:rPr>
              <a:t> </a:t>
            </a:r>
            <a:r>
              <a:rPr lang="en-US" b="1" spc="-185">
                <a:solidFill>
                  <a:schemeClr val="bg1"/>
                </a:solidFill>
              </a:rPr>
              <a:t>compressor</a:t>
            </a:r>
            <a:endParaRPr lang="en-US" b="1" spc="-185">
              <a:solidFill>
                <a:schemeClr val="bg1"/>
              </a:solidFill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13736" y="1671580"/>
            <a:ext cx="6130180" cy="32188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lang="en-US" sz="1900" b="1" i="1" spc="-165">
              <a:solidFill>
                <a:srgbClr val="40404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rgbClr val="B31166"/>
              </a:buClr>
              <a:buSzPct val="80555"/>
              <a:buAutoNum type="arabicPeriod"/>
              <a:tabLst>
                <a:tab pos="354965" algn="l"/>
                <a:tab pos="355600" algn="l"/>
              </a:tabLst>
            </a:pPr>
            <a:r>
              <a:rPr sz="2400" spc="-55">
                <a:solidFill>
                  <a:srgbClr val="404040"/>
                </a:solidFill>
                <a:latin typeface="Arial"/>
                <a:cs typeface="Arial"/>
              </a:rPr>
              <a:t>Blast</a:t>
            </a:r>
            <a:r>
              <a:rPr sz="2400" spc="-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40">
                <a:solidFill>
                  <a:srgbClr val="404040"/>
                </a:solidFill>
                <a:latin typeface="Arial"/>
                <a:cs typeface="Arial"/>
              </a:rPr>
              <a:t>furnaces.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B31166"/>
              </a:buClr>
              <a:buSzPct val="80555"/>
              <a:buAutoNum type="arabicPeriod"/>
              <a:tabLst>
                <a:tab pos="354965" algn="l"/>
                <a:tab pos="355600" algn="l"/>
              </a:tabLst>
            </a:pPr>
            <a:r>
              <a:rPr sz="2400" spc="5">
                <a:solidFill>
                  <a:srgbClr val="404040"/>
                </a:solidFill>
                <a:latin typeface="Arial"/>
                <a:cs typeface="Arial"/>
              </a:rPr>
              <a:t>Air </a:t>
            </a:r>
            <a:r>
              <a:rPr sz="2400" spc="-15">
                <a:solidFill>
                  <a:srgbClr val="404040"/>
                </a:solidFill>
                <a:latin typeface="Arial"/>
                <a:cs typeface="Arial"/>
              </a:rPr>
              <a:t>separation</a:t>
            </a:r>
            <a:r>
              <a:rPr sz="2400" spc="-4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20">
                <a:solidFill>
                  <a:srgbClr val="404040"/>
                </a:solidFill>
                <a:latin typeface="Arial"/>
                <a:cs typeface="Arial"/>
              </a:rPr>
              <a:t>plants.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10"/>
              </a:spcBef>
              <a:buClr>
                <a:srgbClr val="B31166"/>
              </a:buClr>
              <a:buSzPct val="80555"/>
              <a:buAutoNum type="arabicPeriod"/>
              <a:tabLst>
                <a:tab pos="354965" algn="l"/>
                <a:tab pos="355600" algn="l"/>
              </a:tabLst>
            </a:pPr>
            <a:r>
              <a:rPr sz="2400" spc="-20">
                <a:solidFill>
                  <a:srgbClr val="404040"/>
                </a:solidFill>
                <a:latin typeface="Arial"/>
                <a:cs typeface="Arial"/>
              </a:rPr>
              <a:t>Fluid </a:t>
            </a:r>
            <a:r>
              <a:rPr sz="2400" spc="-5">
                <a:solidFill>
                  <a:srgbClr val="404040"/>
                </a:solidFill>
                <a:latin typeface="Arial"/>
                <a:cs typeface="Arial"/>
              </a:rPr>
              <a:t>catalytic </a:t>
            </a:r>
            <a:r>
              <a:rPr sz="2400" spc="-15">
                <a:solidFill>
                  <a:srgbClr val="404040"/>
                </a:solidFill>
                <a:latin typeface="Arial"/>
                <a:cs typeface="Arial"/>
              </a:rPr>
              <a:t>cracking</a:t>
            </a:r>
            <a:r>
              <a:rPr sz="2400" spc="1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15">
                <a:solidFill>
                  <a:srgbClr val="404040"/>
                </a:solidFill>
                <a:latin typeface="Arial"/>
                <a:cs typeface="Arial"/>
              </a:rPr>
              <a:t>units.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lr>
                <a:srgbClr val="B31166"/>
              </a:buClr>
              <a:buSzPct val="80555"/>
              <a:buAutoNum type="arabicPeriod"/>
              <a:tabLst>
                <a:tab pos="354965" algn="l"/>
                <a:tab pos="355600" algn="l"/>
              </a:tabLst>
            </a:pPr>
            <a:r>
              <a:rPr sz="2400" spc="25">
                <a:solidFill>
                  <a:srgbClr val="404040"/>
                </a:solidFill>
                <a:latin typeface="Arial"/>
                <a:cs typeface="Arial"/>
              </a:rPr>
              <a:t>Nitric </a:t>
            </a:r>
            <a:r>
              <a:rPr sz="2400" spc="-20">
                <a:solidFill>
                  <a:srgbClr val="404040"/>
                </a:solidFill>
                <a:latin typeface="Arial"/>
                <a:cs typeface="Arial"/>
              </a:rPr>
              <a:t>acid</a:t>
            </a:r>
            <a:r>
              <a:rPr sz="2400" spc="-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20">
                <a:solidFill>
                  <a:srgbClr val="404040"/>
                </a:solidFill>
                <a:latin typeface="Arial"/>
                <a:cs typeface="Arial"/>
              </a:rPr>
              <a:t>plants.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B31166"/>
              </a:buClr>
              <a:buSzPct val="80555"/>
              <a:buAutoNum type="arabicPeriod"/>
              <a:tabLst>
                <a:tab pos="354965" algn="l"/>
                <a:tab pos="355600" algn="l"/>
              </a:tabLst>
            </a:pPr>
            <a:r>
              <a:rPr sz="2400" spc="-10">
                <a:solidFill>
                  <a:srgbClr val="404040"/>
                </a:solidFill>
                <a:latin typeface="Arial"/>
                <a:cs typeface="Arial"/>
              </a:rPr>
              <a:t>Jet-engine </a:t>
            </a:r>
            <a:r>
              <a:rPr sz="2400" spc="5">
                <a:solidFill>
                  <a:srgbClr val="404040"/>
                </a:solidFill>
                <a:latin typeface="Arial"/>
                <a:cs typeface="Arial"/>
              </a:rPr>
              <a:t>test</a:t>
            </a:r>
            <a:r>
              <a:rPr sz="2400" spc="-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20">
                <a:solidFill>
                  <a:srgbClr val="404040"/>
                </a:solidFill>
                <a:latin typeface="Arial"/>
                <a:cs typeface="Arial"/>
              </a:rPr>
              <a:t>facilities</a:t>
            </a:r>
            <a:r>
              <a:rPr sz="1800" spc="-2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67543" y="460705"/>
            <a:ext cx="409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>
                <a:solidFill>
                  <a:srgbClr val="FFFFFF"/>
                </a:solidFill>
                <a:latin typeface="Arial"/>
                <a:cs typeface="Arial"/>
              </a:rPr>
              <a:t>23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D9AE397E81C54FBD432BB009CBEAF1" ma:contentTypeVersion="3" ma:contentTypeDescription="Create a new document." ma:contentTypeScope="" ma:versionID="683177cf8eb4bf9badb1ff27c8285b13">
  <xsd:schema xmlns:xsd="http://www.w3.org/2001/XMLSchema" xmlns:xs="http://www.w3.org/2001/XMLSchema" xmlns:p="http://schemas.microsoft.com/office/2006/metadata/properties" xmlns:ns2="d5e4a8bc-16d4-4871-a74a-fc8115462e48" targetNamespace="http://schemas.microsoft.com/office/2006/metadata/properties" ma:root="true" ma:fieldsID="02f7658f35012eef9ecc50c254128b83" ns2:_="">
    <xsd:import namespace="d5e4a8bc-16d4-4871-a74a-fc8115462e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e4a8bc-16d4-4871-a74a-fc8115462e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DB69399-7270-4F9F-A588-DF7C483C93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5e4a8bc-16d4-4871-a74a-fc8115462e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B5E6636-78AB-4536-9368-2883E71D5A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167378-D81B-491C-92C5-F083643D7916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Frame</vt:lpstr>
      <vt:lpstr>AXIAL  FLOW  COMPRESSOR</vt:lpstr>
      <vt:lpstr>Introduction</vt:lpstr>
      <vt:lpstr>PowerPoint Presentation</vt:lpstr>
      <vt:lpstr>Construction</vt:lpstr>
      <vt:lpstr>PowerPoint Presentation</vt:lpstr>
      <vt:lpstr>Working</vt:lpstr>
      <vt:lpstr>PowerPoint Presentation</vt:lpstr>
      <vt:lpstr>Design</vt:lpstr>
      <vt:lpstr>PowerPoint Presentation</vt:lpstr>
      <vt:lpstr>Main Parts</vt:lpstr>
      <vt:lpstr>PowerPoint Presentation</vt:lpstr>
      <vt:lpstr>Stalling of Axial Flow Compressor</vt:lpstr>
      <vt:lpstr>Surging</vt:lpstr>
      <vt:lpstr>Surging </vt:lpstr>
      <vt:lpstr>PowerPoint Presentation</vt:lpstr>
      <vt:lpstr>Stage losses in Axial Flow Compressor</vt:lpstr>
      <vt:lpstr>Stage Losses </vt:lpstr>
      <vt:lpstr>Advantages of  </vt:lpstr>
      <vt:lpstr>Disadvantages of Axial Flow Compressor</vt:lpstr>
      <vt:lpstr>Application of Axial flow compressor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Shree S‘ad Vidya Mandal Inst. of Technology</dc:title>
  <dc:creator>Saumitra</dc:creator>
  <cp:revision>24</cp:revision>
  <dcterms:created xsi:type="dcterms:W3CDTF">2020-09-18T03:23:37Z</dcterms:created>
  <dcterms:modified xsi:type="dcterms:W3CDTF">2020-09-21T06:00:46Z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2015-12-30T00:00:00Z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2020-09-18T00:00:00Z</vt:filetime>
  </property>
  <property fmtid="{D5CDD505-2E9C-101B-9397-08002B2CF9AE}" pid="5" name="ContentTypeId">
    <vt:lpwstr>0x010100D1D9AE397E81C54FBD432BB009CBEAF1</vt:lpwstr>
  </property>
</Properties>
</file>